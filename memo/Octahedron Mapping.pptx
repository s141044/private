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8" autoAdjust="0"/>
    <p:restoredTop sz="94660"/>
  </p:normalViewPr>
  <p:slideViewPr>
    <p:cSldViewPr snapToGrid="0">
      <p:cViewPr varScale="1">
        <p:scale>
          <a:sx n="81" d="100"/>
          <a:sy n="81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604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86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03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04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85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2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10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62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81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346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04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7793F-4D4D-43EF-9F21-66D1B26ED921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39EA0-C5B6-43A7-9DF3-39D5E10A84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973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C5B13-69D8-3E7D-0FB0-2A97B3A17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8260"/>
            <a:ext cx="9144000" cy="2387600"/>
          </a:xfrm>
        </p:spPr>
        <p:txBody>
          <a:bodyPr/>
          <a:lstStyle/>
          <a:p>
            <a:r>
              <a:rPr kumimoji="1" lang="en-US" altLang="ja-JP"/>
              <a:t>Octahedron Mapping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60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E94C408-C466-DB00-25C0-B941DF12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347" y="3645141"/>
            <a:ext cx="5820587" cy="2981741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942CB3D-38D8-40DF-17B2-9C76A53AB141}"/>
              </a:ext>
            </a:extLst>
          </p:cNvPr>
          <p:cNvGrpSpPr/>
          <p:nvPr/>
        </p:nvGrpSpPr>
        <p:grpSpPr>
          <a:xfrm>
            <a:off x="2170879" y="658574"/>
            <a:ext cx="7693067" cy="2804190"/>
            <a:chOff x="2170879" y="658574"/>
            <a:chExt cx="7693067" cy="2804190"/>
          </a:xfrm>
        </p:grpSpPr>
        <p:pic>
          <p:nvPicPr>
            <p:cNvPr id="1026" name="Picture 2" descr="rendering - Is it possible to render to a octahedron texture directly? -  Computer Graphics Stack Exchange">
              <a:extLst>
                <a:ext uri="{FF2B5EF4-FFF2-40B4-BE49-F238E27FC236}">
                  <a16:creationId xmlns:a16="http://schemas.microsoft.com/office/drawing/2014/main" id="{9FE97DCD-06B8-5913-B53F-3E6DA30B8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0879" y="695325"/>
              <a:ext cx="7629525" cy="2733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9020271-A70D-626D-468D-A8C35C632EE9}"/>
                </a:ext>
              </a:extLst>
            </p:cNvPr>
            <p:cNvSpPr txBox="1"/>
            <p:nvPr/>
          </p:nvSpPr>
          <p:spPr>
            <a:xfrm>
              <a:off x="9246469" y="658574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>
                  <a:solidFill>
                    <a:schemeClr val="bg1"/>
                  </a:solidFill>
                </a:rPr>
                <a:t>(1,1)</a:t>
              </a:r>
              <a:endParaRPr kumimoji="1" lang="ja-JP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AD0F460-9E9A-AEAA-695C-233E465DAD2E}"/>
                </a:ext>
              </a:extLst>
            </p:cNvPr>
            <p:cNvSpPr txBox="1"/>
            <p:nvPr/>
          </p:nvSpPr>
          <p:spPr>
            <a:xfrm>
              <a:off x="6474287" y="309343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>
                  <a:solidFill>
                    <a:schemeClr val="bg1"/>
                  </a:solidFill>
                </a:rPr>
                <a:t>(-1,-1)</a:t>
              </a:r>
              <a:endParaRPr kumimoji="1" lang="ja-JP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87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686A4-C9F8-99EA-1075-62968093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ヤコビアン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E4F9B0-B7EB-71FF-6C97-B67819371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kumimoji="1" lang="en-US" altLang="ja-JP"/>
              </a:p>
              <a:p>
                <a:r>
                  <a:rPr lang="ja-JP" altLang="en-US"/>
                  <a:t>法線</a:t>
                </a:r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sign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sign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sign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r>
                  <a:rPr kumimoji="1" lang="ja-JP" altLang="en-US"/>
                  <a:t>距離（法線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/>
                  <a:t>で点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0,0,</m:t>
                        </m:r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sign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ja-JP" altLang="en-US"/>
                  <a:t>を通る平面までの距離）</a:t>
                </a:r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r>
                  <a:rPr lang="ja-JP" altLang="en-US"/>
                  <a:t>よって</a:t>
                </a:r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∗3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E4F9B0-B7EB-71FF-6C97-B67819371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BFB0FA75-3EA3-FEA4-5D7A-6436F9ED7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241" y="181122"/>
            <a:ext cx="4480895" cy="169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C837-2479-D4B9-39A8-4F3FA337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3F2A8-B988-F320-093B-34B1FAE5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ヤコビアン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886CE60-3761-1314-7D8F-EE541089D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ja-JP" altLang="en-US"/>
                  <a:t>八面体の一面の面積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en-US" altLang="ja-JP"/>
                  <a:t>UV</a:t>
                </a:r>
                <a:r>
                  <a:rPr lang="ja-JP" altLang="en-US"/>
                  <a:t>空間</a:t>
                </a:r>
                <a:r>
                  <a:rPr lang="en-US" altLang="ja-JP"/>
                  <a:t>(-1~1)</a:t>
                </a:r>
                <a:r>
                  <a:rPr lang="ja-JP" altLang="en-US"/>
                  <a:t>での面積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r>
                  <a:rPr lang="ja-JP" altLang="en-US"/>
                  <a:t>よって</a:t>
                </a:r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en-US" altLang="ja-JP"/>
              </a:p>
              <a:p>
                <a:r>
                  <a:rPr lang="ja-JP" altLang="en-US"/>
                  <a:t>まとめると</a:t>
                </a:r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en-US" altLang="ja-JP"/>
              </a:p>
              <a:p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886CE60-3761-1314-7D8F-EE541089D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A8C0915E-8440-6116-F03C-944D2D436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241" y="181122"/>
            <a:ext cx="4480895" cy="1693567"/>
          </a:xfrm>
          <a:prstGeom prst="rect">
            <a:avLst/>
          </a:prstGeom>
        </p:spPr>
      </p:pic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6D657525-BF20-60F1-7A93-1B4B931492E5}"/>
              </a:ext>
            </a:extLst>
          </p:cNvPr>
          <p:cNvSpPr/>
          <p:nvPr/>
        </p:nvSpPr>
        <p:spPr>
          <a:xfrm>
            <a:off x="9593318" y="2075624"/>
            <a:ext cx="1431942" cy="12344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0063C67-3111-BB69-6F06-EFC4A6DBD1A1}"/>
                  </a:ext>
                </a:extLst>
              </p:cNvPr>
              <p:cNvSpPr txBox="1"/>
              <p:nvPr/>
            </p:nvSpPr>
            <p:spPr>
              <a:xfrm>
                <a:off x="9447268" y="4001294"/>
                <a:ext cx="2579617" cy="1864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=2−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ja-JP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0063C67-3111-BB69-6F06-EFC4A6DBD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268" y="4001294"/>
                <a:ext cx="2579617" cy="1864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D0B29B3-8C7E-7BF5-48C9-01344D483F6D}"/>
                  </a:ext>
                </a:extLst>
              </p:cNvPr>
              <p:cNvSpPr txBox="1"/>
              <p:nvPr/>
            </p:nvSpPr>
            <p:spPr>
              <a:xfrm>
                <a:off x="9391701" y="2417546"/>
                <a:ext cx="517386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D0B29B3-8C7E-7BF5-48C9-01344D483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1701" y="2417546"/>
                <a:ext cx="517386" cy="401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2B7DAFB-1E07-593B-0523-0ABC5E43705F}"/>
                  </a:ext>
                </a:extLst>
              </p:cNvPr>
              <p:cNvSpPr txBox="1"/>
              <p:nvPr/>
            </p:nvSpPr>
            <p:spPr>
              <a:xfrm>
                <a:off x="10741991" y="2417546"/>
                <a:ext cx="517386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2B7DAFB-1E07-593B-0523-0ABC5E43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1991" y="2417546"/>
                <a:ext cx="517386" cy="4019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12085DA-6DDF-9C11-3DE4-3C33E879DCEF}"/>
                  </a:ext>
                </a:extLst>
              </p:cNvPr>
              <p:cNvSpPr txBox="1"/>
              <p:nvPr/>
            </p:nvSpPr>
            <p:spPr>
              <a:xfrm>
                <a:off x="10050596" y="3354469"/>
                <a:ext cx="517386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12085DA-6DDF-9C11-3DE4-3C33E879D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0596" y="3354469"/>
                <a:ext cx="517386" cy="401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CFD5F5E-BCF5-445A-1F7D-ABD7A74E290A}"/>
              </a:ext>
            </a:extLst>
          </p:cNvPr>
          <p:cNvCxnSpPr>
            <a:cxnSpLocks/>
            <a:stCxn id="4" idx="0"/>
            <a:endCxn id="4" idx="3"/>
          </p:cNvCxnSpPr>
          <p:nvPr/>
        </p:nvCxnSpPr>
        <p:spPr>
          <a:xfrm>
            <a:off x="10309289" y="2075624"/>
            <a:ext cx="0" cy="1234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DADACEC-984A-B90A-AAC2-EF1F805A6ADA}"/>
                  </a:ext>
                </a:extLst>
              </p:cNvPr>
              <p:cNvSpPr txBox="1"/>
              <p:nvPr/>
            </p:nvSpPr>
            <p:spPr>
              <a:xfrm>
                <a:off x="10293938" y="2634850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DADACEC-984A-B90A-AAC2-EF1F805A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938" y="2634850"/>
                <a:ext cx="36978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14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123</Words>
  <Application>Microsoft Office PowerPoint</Application>
  <PresentationFormat>ワイド画面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テーマ</vt:lpstr>
      <vt:lpstr>Octahedron Mapping</vt:lpstr>
      <vt:lpstr>PowerPoint プレゼンテーション</vt:lpstr>
      <vt:lpstr>ヤコビアン</vt:lpstr>
      <vt:lpstr>ヤコビアン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豪祐 名畑</dc:creator>
  <cp:lastModifiedBy>豪祐 名畑</cp:lastModifiedBy>
  <cp:revision>2</cp:revision>
  <dcterms:created xsi:type="dcterms:W3CDTF">2025-01-17T13:55:48Z</dcterms:created>
  <dcterms:modified xsi:type="dcterms:W3CDTF">2025-07-06T01:26:48Z</dcterms:modified>
</cp:coreProperties>
</file>