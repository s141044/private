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4" r:id="rId4"/>
    <p:sldId id="265" r:id="rId5"/>
    <p:sldId id="260" r:id="rId6"/>
    <p:sldId id="267" r:id="rId7"/>
    <p:sldId id="268" r:id="rId8"/>
    <p:sldId id="266" r:id="rId9"/>
    <p:sldId id="262" r:id="rId10"/>
    <p:sldId id="263" r:id="rId11"/>
    <p:sldId id="257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0" autoAdjust="0"/>
    <p:restoredTop sz="94660"/>
  </p:normalViewPr>
  <p:slideViewPr>
    <p:cSldViewPr snapToGrid="0">
      <p:cViewPr>
        <p:scale>
          <a:sx n="75" d="100"/>
          <a:sy n="75" d="100"/>
        </p:scale>
        <p:origin x="59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66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96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53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560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904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95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725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374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4009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317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9048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8C7A6-57F4-456D-90A0-10632506AF5C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823B0-A7F9-4412-8055-83372D8EA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427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6697F5-3923-FA57-E222-6F1873A5B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400"/>
              <a:t>PROJECTIVE DISPLACEMENT MAPPING FOR RAY TRACED EDITABLE SURFACES</a:t>
            </a:r>
            <a:endParaRPr kumimoji="1" lang="ja-JP" altLang="en-US" sz="4400"/>
          </a:p>
        </p:txBody>
      </p:sp>
    </p:spTree>
    <p:extLst>
      <p:ext uri="{BB962C8B-B14F-4D97-AF65-F5344CB8AC3E}">
        <p14:creationId xmlns:p14="http://schemas.microsoft.com/office/powerpoint/2010/main" val="355137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31B01-5DAE-7ADA-0D13-08BB92FAB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1A04F004-523E-3913-512D-71A85B54BB36}"/>
              </a:ext>
            </a:extLst>
          </p:cNvPr>
          <p:cNvGrpSpPr/>
          <p:nvPr/>
        </p:nvGrpSpPr>
        <p:grpSpPr>
          <a:xfrm>
            <a:off x="5627280" y="3610216"/>
            <a:ext cx="6367125" cy="2998162"/>
            <a:chOff x="2325815" y="2130883"/>
            <a:chExt cx="6367125" cy="2998162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1AB02DB7-6CA8-88FB-0053-1FE2CDD954FC}"/>
                </a:ext>
              </a:extLst>
            </p:cNvPr>
            <p:cNvCxnSpPr>
              <a:cxnSpLocks/>
            </p:cNvCxnSpPr>
            <p:nvPr/>
          </p:nvCxnSpPr>
          <p:spPr>
            <a:xfrm>
              <a:off x="2325815" y="4542642"/>
              <a:ext cx="4446293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696E108A-48F2-3048-3C2F-185FEBEE1F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5816" y="2472191"/>
              <a:ext cx="0" cy="208713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8E9CC722-5A3D-E405-42F3-8D6A4AA8FE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2108" y="3733797"/>
              <a:ext cx="1920832" cy="8171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9EF45A7D-8327-8CAA-6A6E-9C518C4E4814}"/>
                </a:ext>
              </a:extLst>
            </p:cNvPr>
            <p:cNvCxnSpPr>
              <a:cxnSpLocks/>
            </p:cNvCxnSpPr>
            <p:nvPr/>
          </p:nvCxnSpPr>
          <p:spPr>
            <a:xfrm>
              <a:off x="2325815" y="2472191"/>
              <a:ext cx="6367124" cy="126160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E894CA37-8CE3-BA8A-302D-07087F2A1643}"/>
                </a:ext>
              </a:extLst>
            </p:cNvPr>
            <p:cNvCxnSpPr>
              <a:cxnSpLocks/>
            </p:cNvCxnSpPr>
            <p:nvPr/>
          </p:nvCxnSpPr>
          <p:spPr>
            <a:xfrm>
              <a:off x="3041583" y="2130883"/>
              <a:ext cx="2983832" cy="29981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697CF341-2E18-15BD-3D8D-BB3FD066B3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8961" y="3107267"/>
              <a:ext cx="957565" cy="14353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線コネクタ 143">
              <a:extLst>
                <a:ext uri="{FF2B5EF4-FFF2-40B4-BE49-F238E27FC236}">
                  <a16:creationId xmlns:a16="http://schemas.microsoft.com/office/drawing/2014/main" id="{462C26F1-4DF6-6BEA-D1AC-7E0E11E7AF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2733" y="3429000"/>
              <a:ext cx="1408771" cy="11096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コネクタ 149">
              <a:extLst>
                <a:ext uri="{FF2B5EF4-FFF2-40B4-BE49-F238E27FC236}">
                  <a16:creationId xmlns:a16="http://schemas.microsoft.com/office/drawing/2014/main" id="{A3195D1D-B83E-639F-769A-608C0B52E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6012" y="2794000"/>
              <a:ext cx="469444" cy="17526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線コネクタ 171">
              <a:extLst>
                <a:ext uri="{FF2B5EF4-FFF2-40B4-BE49-F238E27FC236}">
                  <a16:creationId xmlns:a16="http://schemas.microsoft.com/office/drawing/2014/main" id="{97E43918-3D5E-0C5C-E5D0-533826B56A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245" y="3598333"/>
              <a:ext cx="1625289" cy="9403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線コネクタ 175">
              <a:extLst>
                <a:ext uri="{FF2B5EF4-FFF2-40B4-BE49-F238E27FC236}">
                  <a16:creationId xmlns:a16="http://schemas.microsoft.com/office/drawing/2014/main" id="{37574FC2-00BD-95BE-4167-80A0984120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2536" y="3251200"/>
              <a:ext cx="1198485" cy="12858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線コネクタ 178">
              <a:extLst>
                <a:ext uri="{FF2B5EF4-FFF2-40B4-BE49-F238E27FC236}">
                  <a16:creationId xmlns:a16="http://schemas.microsoft.com/office/drawing/2014/main" id="{5BBEEFCE-4170-B54B-F403-4C3E55EE27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4823" y="2954867"/>
              <a:ext cx="717028" cy="15886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線コネクタ 180">
              <a:extLst>
                <a:ext uri="{FF2B5EF4-FFF2-40B4-BE49-F238E27FC236}">
                  <a16:creationId xmlns:a16="http://schemas.microsoft.com/office/drawing/2014/main" id="{BFECB1FD-B87A-589F-BC56-C2A42E6F66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1598" y="2607733"/>
              <a:ext cx="241885" cy="1916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線コネクタ 186">
              <a:extLst>
                <a:ext uri="{FF2B5EF4-FFF2-40B4-BE49-F238E27FC236}">
                  <a16:creationId xmlns:a16="http://schemas.microsoft.com/office/drawing/2014/main" id="{516B60B4-406F-BE85-F25C-393CF2B022EE}"/>
                </a:ext>
              </a:extLst>
            </p:cNvPr>
            <p:cNvCxnSpPr>
              <a:cxnSpLocks/>
            </p:cNvCxnSpPr>
            <p:nvPr/>
          </p:nvCxnSpPr>
          <p:spPr>
            <a:xfrm>
              <a:off x="2340158" y="3000420"/>
              <a:ext cx="5874202" cy="93150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タイトル 48">
            <a:extLst>
              <a:ext uri="{FF2B5EF4-FFF2-40B4-BE49-F238E27FC236}">
                <a16:creationId xmlns:a16="http://schemas.microsoft.com/office/drawing/2014/main" id="{1C46B11D-F58C-8152-707B-FD2E6E00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基本アルゴリズム</a:t>
            </a:r>
          </a:p>
        </p:txBody>
      </p:sp>
      <p:sp>
        <p:nvSpPr>
          <p:cNvPr id="50" name="コンテンツ プレースホルダー 49">
            <a:extLst>
              <a:ext uri="{FF2B5EF4-FFF2-40B4-BE49-F238E27FC236}">
                <a16:creationId xmlns:a16="http://schemas.microsoft.com/office/drawing/2014/main" id="{FCAA7452-E26D-CF58-6870-20CE8449F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400">
                <a:latin typeface="Cambria Math" panose="02040503050406030204" pitchFamily="18" charset="0"/>
              </a:rPr>
              <a:t>レイ</a:t>
            </a:r>
            <a:r>
              <a:rPr lang="ja-JP" altLang="en-US" sz="2400" b="0">
                <a:latin typeface="Cambria Math" panose="02040503050406030204" pitchFamily="18" charset="0"/>
              </a:rPr>
              <a:t>を進める</a:t>
            </a:r>
            <a:endParaRPr lang="en-US" altLang="ja-JP" sz="2400" b="0">
              <a:latin typeface="Cambria Math" panose="02040503050406030204" pitchFamily="18" charset="0"/>
            </a:endParaRPr>
          </a:p>
          <a:p>
            <a:r>
              <a:rPr lang="ja-JP" altLang="en-US" sz="2400"/>
              <a:t>重心座標を計算</a:t>
            </a:r>
            <a:endParaRPr lang="en-US" altLang="ja-JP" sz="2400"/>
          </a:p>
          <a:p>
            <a:r>
              <a:rPr lang="ja-JP" altLang="en-US" sz="2400"/>
              <a:t>重心座標から</a:t>
            </a:r>
            <a:r>
              <a:rPr lang="en-US" altLang="ja-JP" sz="2400"/>
              <a:t>UV/</a:t>
            </a:r>
            <a:r>
              <a:rPr lang="ja-JP" altLang="en-US" sz="2400"/>
              <a:t>法線</a:t>
            </a:r>
            <a:r>
              <a:rPr lang="en-US" altLang="ja-JP" sz="2400"/>
              <a:t>/</a:t>
            </a:r>
            <a:r>
              <a:rPr lang="ja-JP" altLang="en-US" sz="2400"/>
              <a:t>位置を計算</a:t>
            </a:r>
            <a:endParaRPr lang="en-US" altLang="ja-JP" sz="2400"/>
          </a:p>
          <a:p>
            <a:r>
              <a:rPr lang="ja-JP" altLang="en-US" sz="2400"/>
              <a:t>法線に沿ったレイの高さを計算</a:t>
            </a:r>
            <a:endParaRPr lang="en-US" altLang="ja-JP" sz="2400"/>
          </a:p>
          <a:p>
            <a:r>
              <a:rPr lang="en-US" altLang="ja-JP" sz="2400"/>
              <a:t>UV</a:t>
            </a:r>
            <a:r>
              <a:rPr lang="ja-JP" altLang="en-US" sz="2400"/>
              <a:t>から高さを取得</a:t>
            </a:r>
            <a:endParaRPr lang="en-US" altLang="ja-JP" sz="2400"/>
          </a:p>
          <a:p>
            <a:r>
              <a:rPr lang="ja-JP" altLang="en-US" sz="2400"/>
              <a:t>高さを比較</a:t>
            </a:r>
            <a:endParaRPr lang="en-US" altLang="ja-JP" sz="2400"/>
          </a:p>
          <a:p>
            <a:endParaRPr lang="ja-JP" altLang="en-US" sz="2400"/>
          </a:p>
        </p:txBody>
      </p: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9A97F73F-AAEF-9ABD-A3C7-1AAB6D12C1A9}"/>
              </a:ext>
            </a:extLst>
          </p:cNvPr>
          <p:cNvCxnSpPr>
            <a:cxnSpLocks/>
          </p:cNvCxnSpPr>
          <p:nvPr/>
        </p:nvCxnSpPr>
        <p:spPr>
          <a:xfrm flipV="1">
            <a:off x="7077075" y="4340225"/>
            <a:ext cx="568325" cy="1701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楕円 73">
            <a:extLst>
              <a:ext uri="{FF2B5EF4-FFF2-40B4-BE49-F238E27FC236}">
                <a16:creationId xmlns:a16="http://schemas.microsoft.com/office/drawing/2014/main" id="{DC7C3E19-58FD-A294-9035-25F8EABCCD2E}"/>
              </a:ext>
            </a:extLst>
          </p:cNvPr>
          <p:cNvSpPr/>
          <p:nvPr/>
        </p:nvSpPr>
        <p:spPr>
          <a:xfrm>
            <a:off x="7412185" y="4682337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896E8716-4047-2104-7DB3-745F65C0665B}"/>
              </a:ext>
            </a:extLst>
          </p:cNvPr>
          <p:cNvSpPr txBox="1"/>
          <p:nvPr/>
        </p:nvSpPr>
        <p:spPr>
          <a:xfrm>
            <a:off x="1537719" y="5149678"/>
            <a:ext cx="341632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底面の形と相似形ではないため</a:t>
            </a:r>
            <a:endParaRPr kumimoji="1" lang="en-US" altLang="ja-JP"/>
          </a:p>
          <a:p>
            <a:r>
              <a:rPr kumimoji="1" lang="ja-JP" altLang="en-US"/>
              <a:t>重心座標を求めるのは困難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1572316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6E6C0-0746-0CFB-F601-EEEFBD79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タイトル 48">
            <a:extLst>
              <a:ext uri="{FF2B5EF4-FFF2-40B4-BE49-F238E27FC236}">
                <a16:creationId xmlns:a16="http://schemas.microsoft.com/office/drawing/2014/main" id="{9223D59F-5188-E80F-468D-0DA983EE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Prallel Offset Prisim</a:t>
            </a:r>
            <a:endParaRPr lang="ja-JP" altLang="en-US"/>
          </a:p>
        </p:txBody>
      </p:sp>
      <p:sp>
        <p:nvSpPr>
          <p:cNvPr id="50" name="コンテンツ プレースホルダー 49">
            <a:extLst>
              <a:ext uri="{FF2B5EF4-FFF2-40B4-BE49-F238E27FC236}">
                <a16:creationId xmlns:a16="http://schemas.microsoft.com/office/drawing/2014/main" id="{CEB05DF9-3B6B-4090-5E43-DCEE8CAB7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400">
                <a:latin typeface="Cambria Math" panose="02040503050406030204" pitchFamily="18" charset="0"/>
              </a:rPr>
              <a:t>底面と上面が水平になるようにプリズムを構築</a:t>
            </a:r>
            <a:endParaRPr lang="en-US" altLang="ja-JP" sz="2400">
              <a:latin typeface="Cambria Math" panose="02040503050406030204" pitchFamily="18" charset="0"/>
            </a:endParaRPr>
          </a:p>
          <a:p>
            <a:r>
              <a:rPr lang="ja-JP" altLang="en-US" sz="2400">
                <a:latin typeface="Cambria Math" panose="02040503050406030204" pitchFamily="18" charset="0"/>
              </a:rPr>
              <a:t>底面に水平な断面の三角形で重心座標を計算</a:t>
            </a:r>
            <a:endParaRPr lang="en-US" altLang="ja-JP" sz="2400">
              <a:latin typeface="Cambria Math" panose="02040503050406030204" pitchFamily="18" charset="0"/>
            </a:endParaRPr>
          </a:p>
          <a:p>
            <a:pPr lvl="1"/>
            <a:r>
              <a:rPr lang="ja-JP" altLang="en-US" sz="2000">
                <a:latin typeface="Cambria Math" panose="02040503050406030204" pitchFamily="18" charset="0"/>
              </a:rPr>
              <a:t>相似形なので底面の重心座標と一致</a:t>
            </a:r>
            <a:endParaRPr lang="en-US" altLang="ja-JP" sz="2000">
              <a:latin typeface="Cambria Math" panose="02040503050406030204" pitchFamily="18" charset="0"/>
            </a:endParaRPr>
          </a:p>
          <a:p>
            <a:endParaRPr lang="ja-JP" altLang="en-US" sz="2400"/>
          </a:p>
        </p:txBody>
      </p:sp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008ABB50-7E90-833A-5E44-94A11ADE28DB}"/>
              </a:ext>
            </a:extLst>
          </p:cNvPr>
          <p:cNvGrpSpPr/>
          <p:nvPr/>
        </p:nvGrpSpPr>
        <p:grpSpPr>
          <a:xfrm>
            <a:off x="2964013" y="4031339"/>
            <a:ext cx="6774971" cy="2145624"/>
            <a:chOff x="2325815" y="2150020"/>
            <a:chExt cx="9365885" cy="2966163"/>
          </a:xfrm>
        </p:grpSpPr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F9968A23-78B6-C7BD-3B38-1FE6A694095D}"/>
                </a:ext>
              </a:extLst>
            </p:cNvPr>
            <p:cNvCxnSpPr>
              <a:cxnSpLocks/>
            </p:cNvCxnSpPr>
            <p:nvPr/>
          </p:nvCxnSpPr>
          <p:spPr>
            <a:xfrm>
              <a:off x="2325815" y="4542642"/>
              <a:ext cx="4446293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矢印コネクタ 110">
              <a:extLst>
                <a:ext uri="{FF2B5EF4-FFF2-40B4-BE49-F238E27FC236}">
                  <a16:creationId xmlns:a16="http://schemas.microsoft.com/office/drawing/2014/main" id="{71A6956E-BFBB-2C77-E61B-F00E33E358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5816" y="2472191"/>
              <a:ext cx="0" cy="208713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線矢印コネクタ 111">
              <a:extLst>
                <a:ext uri="{FF2B5EF4-FFF2-40B4-BE49-F238E27FC236}">
                  <a16:creationId xmlns:a16="http://schemas.microsoft.com/office/drawing/2014/main" id="{75408361-3A93-1F06-58F0-3120E5DB06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2108" y="3733797"/>
              <a:ext cx="1920832" cy="81713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コネクタ 112">
              <a:extLst>
                <a:ext uri="{FF2B5EF4-FFF2-40B4-BE49-F238E27FC236}">
                  <a16:creationId xmlns:a16="http://schemas.microsoft.com/office/drawing/2014/main" id="{C4FE8BE2-D411-D9A0-5189-77955BD026C8}"/>
                </a:ext>
              </a:extLst>
            </p:cNvPr>
            <p:cNvCxnSpPr>
              <a:cxnSpLocks/>
            </p:cNvCxnSpPr>
            <p:nvPr/>
          </p:nvCxnSpPr>
          <p:spPr>
            <a:xfrm>
              <a:off x="2325815" y="2472191"/>
              <a:ext cx="6367124" cy="1261606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矢印コネクタ 113">
              <a:extLst>
                <a:ext uri="{FF2B5EF4-FFF2-40B4-BE49-F238E27FC236}">
                  <a16:creationId xmlns:a16="http://schemas.microsoft.com/office/drawing/2014/main" id="{00BE119B-2FD6-5B70-62A2-1E93A3170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2107" y="2472191"/>
              <a:ext cx="4919593" cy="2070451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コネクタ 114">
              <a:extLst>
                <a:ext uri="{FF2B5EF4-FFF2-40B4-BE49-F238E27FC236}">
                  <a16:creationId xmlns:a16="http://schemas.microsoft.com/office/drawing/2014/main" id="{547AD159-28A9-2C61-B222-B8612C061C2D}"/>
                </a:ext>
              </a:extLst>
            </p:cNvPr>
            <p:cNvCxnSpPr>
              <a:cxnSpLocks/>
            </p:cNvCxnSpPr>
            <p:nvPr/>
          </p:nvCxnSpPr>
          <p:spPr>
            <a:xfrm>
              <a:off x="2325817" y="2472191"/>
              <a:ext cx="9365883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F2EDE8B5-5783-DFF5-2A61-79AD84A9B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8961" y="2472191"/>
              <a:ext cx="2473016" cy="20704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F2462ADE-964B-E3D0-1158-78134F589C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2733" y="2472191"/>
              <a:ext cx="3694119" cy="20664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コネクタ 117">
              <a:extLst>
                <a:ext uri="{FF2B5EF4-FFF2-40B4-BE49-F238E27FC236}">
                  <a16:creationId xmlns:a16="http://schemas.microsoft.com/office/drawing/2014/main" id="{86150E86-A411-D75D-CBA1-E7830F411A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6012" y="2489295"/>
              <a:ext cx="1238959" cy="20573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4C9C312B-8550-585C-4A0F-A1E97592DF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245" y="2482850"/>
              <a:ext cx="4283964" cy="20558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コネクタ 119">
              <a:extLst>
                <a:ext uri="{FF2B5EF4-FFF2-40B4-BE49-F238E27FC236}">
                  <a16:creationId xmlns:a16="http://schemas.microsoft.com/office/drawing/2014/main" id="{FB2F3100-699D-54D4-A37D-9F06F81B15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2536" y="2482850"/>
              <a:ext cx="3086881" cy="20541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コネクタ 120">
              <a:extLst>
                <a:ext uri="{FF2B5EF4-FFF2-40B4-BE49-F238E27FC236}">
                  <a16:creationId xmlns:a16="http://schemas.microsoft.com/office/drawing/2014/main" id="{E385C3FD-1FD0-5808-223F-F863A1BFBE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4823" y="2489295"/>
              <a:ext cx="1869763" cy="20541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コネクタ 121">
              <a:extLst>
                <a:ext uri="{FF2B5EF4-FFF2-40B4-BE49-F238E27FC236}">
                  <a16:creationId xmlns:a16="http://schemas.microsoft.com/office/drawing/2014/main" id="{DD5687B9-9A88-8104-0D86-4E98FDDF74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1598" y="2482850"/>
              <a:ext cx="635934" cy="20415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コネクタ 122">
              <a:extLst>
                <a:ext uri="{FF2B5EF4-FFF2-40B4-BE49-F238E27FC236}">
                  <a16:creationId xmlns:a16="http://schemas.microsoft.com/office/drawing/2014/main" id="{6797B1C2-A6BE-63FB-14F6-767EE021D3C1}"/>
                </a:ext>
              </a:extLst>
            </p:cNvPr>
            <p:cNvCxnSpPr>
              <a:cxnSpLocks/>
            </p:cNvCxnSpPr>
            <p:nvPr/>
          </p:nvCxnSpPr>
          <p:spPr>
            <a:xfrm>
              <a:off x="2340158" y="3511552"/>
              <a:ext cx="6867342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矢印コネクタ 125">
              <a:extLst>
                <a:ext uri="{FF2B5EF4-FFF2-40B4-BE49-F238E27FC236}">
                  <a16:creationId xmlns:a16="http://schemas.microsoft.com/office/drawing/2014/main" id="{18B3143F-FE22-D359-5353-1551BC426CFC}"/>
                </a:ext>
              </a:extLst>
            </p:cNvPr>
            <p:cNvCxnSpPr>
              <a:cxnSpLocks/>
            </p:cNvCxnSpPr>
            <p:nvPr/>
          </p:nvCxnSpPr>
          <p:spPr>
            <a:xfrm>
              <a:off x="3060629" y="2150020"/>
              <a:ext cx="2951985" cy="296616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楕円 128">
              <a:extLst>
                <a:ext uri="{FF2B5EF4-FFF2-40B4-BE49-F238E27FC236}">
                  <a16:creationId xmlns:a16="http://schemas.microsoft.com/office/drawing/2014/main" id="{B4CB1756-D225-6464-F0E2-074BBE235139}"/>
                </a:ext>
              </a:extLst>
            </p:cNvPr>
            <p:cNvSpPr/>
            <p:nvPr/>
          </p:nvSpPr>
          <p:spPr>
            <a:xfrm>
              <a:off x="4302623" y="3419082"/>
              <a:ext cx="173567" cy="17356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テキスト ボックス 131">
                <a:extLst>
                  <a:ext uri="{FF2B5EF4-FFF2-40B4-BE49-F238E27FC236}">
                    <a16:creationId xmlns:a16="http://schemas.microsoft.com/office/drawing/2014/main" id="{CCD1F343-C0BE-382C-CAE6-E6A1D08DDEF1}"/>
                  </a:ext>
                </a:extLst>
              </p:cNvPr>
              <p:cNvSpPr txBox="1"/>
              <p:nvPr/>
            </p:nvSpPr>
            <p:spPr>
              <a:xfrm>
                <a:off x="9840629" y="3941830"/>
                <a:ext cx="859786" cy="6451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132" name="テキスト ボックス 131">
                <a:extLst>
                  <a:ext uri="{FF2B5EF4-FFF2-40B4-BE49-F238E27FC236}">
                    <a16:creationId xmlns:a16="http://schemas.microsoft.com/office/drawing/2014/main" id="{CCD1F343-C0BE-382C-CAE6-E6A1D08DD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629" y="3941830"/>
                <a:ext cx="859786" cy="6451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954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AB6A-97FD-20B2-599F-685E75D66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タイトル 48">
            <a:extLst>
              <a:ext uri="{FF2B5EF4-FFF2-40B4-BE49-F238E27FC236}">
                <a16:creationId xmlns:a16="http://schemas.microsoft.com/office/drawing/2014/main" id="{D8DED8A1-5A53-959A-BBB8-B6BD286FF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アルゴリズム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コンテンツ プレースホルダー 49">
                <a:extLst>
                  <a:ext uri="{FF2B5EF4-FFF2-40B4-BE49-F238E27FC236}">
                    <a16:creationId xmlns:a16="http://schemas.microsoft.com/office/drawing/2014/main" id="{D4E0CAF4-19BC-CDAB-12B9-E4DE6910D58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ja-JP" altLang="en-US" sz="1600"/>
                  <a:t>プリズムとレイの交差判定</a:t>
                </a:r>
                <a:endParaRPr lang="en-US" altLang="ja-JP" sz="16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ja-JP" altLang="en-US" sz="1400"/>
                  <a:t>も計算</a:t>
                </a:r>
                <a:endParaRPr lang="en-US" altLang="ja-JP" sz="140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altLang="ja-JP" sz="1050" b="0"/>
              </a:p>
              <a:p>
                <a:r>
                  <a:rPr lang="ja-JP" altLang="en-US" sz="1600"/>
                  <a:t>上面から入射</a:t>
                </a:r>
                <a:endParaRPr lang="en-US" altLang="ja-JP" sz="1600"/>
              </a:p>
              <a:p>
                <a:pPr lvl="1"/>
                <a:r>
                  <a:rPr lang="ja-JP" altLang="en-US" sz="1400" b="0"/>
                  <a:t>レイが面の下になる位置を探す</a:t>
                </a:r>
                <a:endParaRPr lang="en-US" altLang="ja-JP" sz="1000"/>
              </a:p>
              <a:p>
                <a:r>
                  <a:rPr lang="ja-JP" altLang="en-US" sz="1600"/>
                  <a:t>底面から入射</a:t>
                </a:r>
                <a:endParaRPr lang="en-US" altLang="ja-JP" sz="1600"/>
              </a:p>
              <a:p>
                <a:pPr lvl="1"/>
                <a:r>
                  <a:rPr lang="ja-JP" altLang="en-US" sz="1400"/>
                  <a:t>レイが面の上になる位置を探す</a:t>
                </a:r>
                <a:endParaRPr lang="en-US" altLang="ja-JP" sz="1400"/>
              </a:p>
              <a:p>
                <a:r>
                  <a:rPr lang="ja-JP" altLang="en-US" sz="1600"/>
                  <a:t>側面から入射または始点がプリズム内部</a:t>
                </a:r>
                <a:endParaRPr lang="en-US" altLang="ja-JP" sz="1600"/>
              </a:p>
              <a:p>
                <a:pPr lvl="1"/>
                <a:r>
                  <a:rPr lang="ja-JP" altLang="en-US" sz="1400"/>
                  <a:t>入射位置の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𝑟𝑎𝑦</m:t>
                        </m:r>
                      </m:sub>
                    </m:sSub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𝑠𝑢𝑟𝑓</m:t>
                        </m:r>
                      </m:sub>
                    </m:sSub>
                  </m:oMath>
                </a14:m>
                <a:r>
                  <a:rPr lang="ja-JP" altLang="en-US" sz="1400"/>
                  <a:t>を計算</a:t>
                </a:r>
                <a:endParaRPr lang="en-US" altLang="ja-JP" sz="14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𝑟𝑎𝑦</m:t>
                        </m:r>
                      </m:sub>
                    </m:sSub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𝑠𝑢𝑟𝑓</m:t>
                        </m:r>
                      </m:sub>
                    </m:sSub>
                  </m:oMath>
                </a14:m>
                <a:r>
                  <a:rPr lang="ja-JP" altLang="en-US" sz="1400"/>
                  <a:t>ならレイが面の上になる位置を探す</a:t>
                </a:r>
                <a:endParaRPr lang="en-US" altLang="ja-JP" sz="14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𝑟𝑎𝑦</m:t>
                        </m:r>
                      </m:sub>
                    </m:sSub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𝑠𝑢𝑟𝑓</m:t>
                        </m:r>
                      </m:sub>
                    </m:sSub>
                  </m:oMath>
                </a14:m>
                <a:r>
                  <a:rPr lang="ja-JP" altLang="en-US" sz="1400"/>
                  <a:t>ならレイが面の下になる位置を探す</a:t>
                </a:r>
                <a:endParaRPr lang="en-US" altLang="ja-JP" sz="1400"/>
              </a:p>
              <a:p>
                <a:endParaRPr lang="en-US" altLang="ja-JP" sz="1450"/>
              </a:p>
              <a:p>
                <a:endParaRPr lang="en-US" altLang="ja-JP" sz="1450"/>
              </a:p>
              <a:p>
                <a:endParaRPr lang="en-US" altLang="ja-JP" sz="1450"/>
              </a:p>
            </p:txBody>
          </p:sp>
        </mc:Choice>
        <mc:Fallback>
          <p:sp>
            <p:nvSpPr>
              <p:cNvPr id="50" name="コンテンツ プレースホルダー 49">
                <a:extLst>
                  <a:ext uri="{FF2B5EF4-FFF2-40B4-BE49-F238E27FC236}">
                    <a16:creationId xmlns:a16="http://schemas.microsoft.com/office/drawing/2014/main" id="{D4E0CAF4-19BC-CDAB-12B9-E4DE6910D5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71" t="-9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コンテンツ プレースホルダー 55">
                <a:extLst>
                  <a:ext uri="{FF2B5EF4-FFF2-40B4-BE49-F238E27FC236}">
                    <a16:creationId xmlns:a16="http://schemas.microsoft.com/office/drawing/2014/main" id="{B84FB930-8E73-8FC6-0FE9-B96ABC61B78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ja-JP" sz="1600"/>
                  <a:t>1. </a:t>
                </a:r>
                <a:r>
                  <a:rPr lang="ja-JP" altLang="en-US" sz="1600"/>
                  <a:t>レイを進める</a:t>
                </a:r>
                <a:endParaRPr lang="en-US" altLang="ja-JP" sz="160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d>
                      </m:e>
                    </m:func>
                  </m:oMath>
                </a14:m>
                <a:endParaRPr lang="en-US" altLang="ja-JP" sz="140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altLang="ja-JP" sz="1050"/>
              </a:p>
              <a:p>
                <a:pPr marL="0" indent="0">
                  <a:buNone/>
                </a:pPr>
                <a:r>
                  <a:rPr lang="en-US" altLang="ja-JP" sz="1600"/>
                  <a:t>2. </a:t>
                </a:r>
                <a:r>
                  <a:rPr lang="ja-JP" altLang="en-US" sz="1600"/>
                  <a:t>断面の三角形を構築</a:t>
                </a:r>
                <a:endParaRPr lang="en-US" altLang="ja-JP" sz="16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ja-JP" sz="1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ja-JP" sz="1400" i="1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altLang="ja-JP" sz="1400" i="1"/>
              </a:p>
              <a:p>
                <a:pPr marL="0" indent="0">
                  <a:buNone/>
                </a:pPr>
                <a:r>
                  <a:rPr lang="en-US" altLang="ja-JP" sz="1600"/>
                  <a:t>3. </a:t>
                </a:r>
                <a:r>
                  <a:rPr lang="ja-JP" altLang="en-US" sz="1600"/>
                  <a:t>重心座標を計算</a:t>
                </a:r>
                <a:endParaRPr lang="en-US" altLang="ja-JP" sz="1600"/>
              </a:p>
              <a:p>
                <a:pPr marL="0" indent="0">
                  <a:buNone/>
                </a:pPr>
                <a:r>
                  <a:rPr lang="en-US" altLang="ja-JP" sz="1600"/>
                  <a:t>4. </a:t>
                </a:r>
                <a:r>
                  <a:rPr lang="ja-JP" altLang="en-US" sz="1600"/>
                  <a:t>重心座標から</a:t>
                </a:r>
                <a:r>
                  <a:rPr lang="en-US" altLang="ja-JP" sz="1600"/>
                  <a:t>UV/</a:t>
                </a:r>
                <a:r>
                  <a:rPr lang="ja-JP" altLang="en-US" sz="1600"/>
                  <a:t>位置を計算</a:t>
                </a:r>
                <a:endParaRPr lang="en-US" altLang="ja-JP" sz="1600"/>
              </a:p>
              <a:p>
                <a:pPr marL="0" indent="0">
                  <a:buNone/>
                </a:pPr>
                <a:r>
                  <a:rPr lang="en-US" altLang="ja-JP" sz="1600"/>
                  <a:t>5. </a:t>
                </a:r>
                <a:r>
                  <a:rPr lang="ja-JP" altLang="en-US" sz="1600"/>
                  <a:t>法線に沿ったレイの高さを計算</a:t>
                </a:r>
                <a:endParaRPr lang="en-US" altLang="ja-JP" sz="16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𝑟𝑎𝑦</m:t>
                        </m:r>
                      </m:sub>
                    </m:sSub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altLang="ja-JP" sz="1400"/>
              </a:p>
              <a:p>
                <a:pPr marL="0" indent="0">
                  <a:buNone/>
                </a:pPr>
                <a:r>
                  <a:rPr lang="en-US" altLang="ja-JP" sz="1600"/>
                  <a:t>6. UV</a:t>
                </a:r>
                <a:r>
                  <a:rPr lang="ja-JP" altLang="en-US" sz="1600"/>
                  <a:t>から高さ</a:t>
                </a:r>
                <a:r>
                  <a:rPr lang="en-US" altLang="ja-JP" sz="160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𝑠𝑢𝑟𝑓</m:t>
                        </m:r>
                      </m:sub>
                    </m:sSub>
                  </m:oMath>
                </a14:m>
                <a:r>
                  <a:rPr lang="en-US" altLang="ja-JP" sz="1600"/>
                  <a:t>)</a:t>
                </a:r>
                <a:r>
                  <a:rPr lang="ja-JP" altLang="en-US" sz="1600"/>
                  <a:t>を取得</a:t>
                </a:r>
                <a:endParaRPr lang="en-US" altLang="ja-JP" sz="1600"/>
              </a:p>
              <a:p>
                <a:pPr marL="0" indent="0">
                  <a:buNone/>
                </a:pPr>
                <a:r>
                  <a:rPr lang="en-US" altLang="ja-JP" sz="1600" b="0"/>
                  <a:t>7. </a:t>
                </a:r>
                <a:r>
                  <a:rPr lang="ja-JP" altLang="en-US" sz="1600" b="0"/>
                  <a:t>交差条件を満たせば終了</a:t>
                </a:r>
                <a:endParaRPr lang="en-US" altLang="ja-JP" sz="1600" b="0"/>
              </a:p>
              <a:p>
                <a:pPr marL="0" indent="0">
                  <a:buNone/>
                </a:pPr>
                <a:r>
                  <a:rPr lang="en-US" altLang="ja-JP" sz="1600"/>
                  <a:t>8. 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==</m:t>
                    </m:r>
                    <m:sSub>
                      <m:sSub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ja-JP" altLang="en-US" sz="1600"/>
                  <a:t>なら交差なしで終了</a:t>
                </a:r>
                <a:endParaRPr lang="en-US" altLang="ja-JP" sz="1600"/>
              </a:p>
              <a:p>
                <a:pPr marL="0" indent="0">
                  <a:buNone/>
                </a:pPr>
                <a:r>
                  <a:rPr lang="en-US" altLang="ja-JP" sz="1600"/>
                  <a:t>9. 1</a:t>
                </a:r>
                <a:r>
                  <a:rPr lang="ja-JP" altLang="en-US" sz="1600"/>
                  <a:t>へ戻る</a:t>
                </a:r>
                <a:endParaRPr lang="en-US" altLang="ja-JP" sz="1600"/>
              </a:p>
              <a:p>
                <a:endParaRPr lang="en-US" altLang="ja-JP" sz="1600"/>
              </a:p>
              <a:p>
                <a:endParaRPr lang="en-US" altLang="ja-JP" sz="1600"/>
              </a:p>
              <a:p>
                <a:endParaRPr lang="en-US" altLang="ja-JP" sz="1600"/>
              </a:p>
              <a:p>
                <a:endParaRPr lang="ja-JP" altLang="en-US" sz="1600"/>
              </a:p>
            </p:txBody>
          </p:sp>
        </mc:Choice>
        <mc:Fallback>
          <p:sp>
            <p:nvSpPr>
              <p:cNvPr id="56" name="コンテンツ プレースホルダー 55">
                <a:extLst>
                  <a:ext uri="{FF2B5EF4-FFF2-40B4-BE49-F238E27FC236}">
                    <a16:creationId xmlns:a16="http://schemas.microsoft.com/office/drawing/2014/main" id="{B84FB930-8E73-8FC6-0FE9-B96ABC61B7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706" t="-140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E2D7D967-81EA-053C-B692-AB545208CD12}"/>
              </a:ext>
            </a:extLst>
          </p:cNvPr>
          <p:cNvGrpSpPr/>
          <p:nvPr/>
        </p:nvGrpSpPr>
        <p:grpSpPr>
          <a:xfrm>
            <a:off x="7009420" y="103895"/>
            <a:ext cx="4906356" cy="1500174"/>
            <a:chOff x="6066445" y="239627"/>
            <a:chExt cx="4906356" cy="1500174"/>
          </a:xfrm>
        </p:grpSpPr>
        <p:grpSp>
          <p:nvGrpSpPr>
            <p:cNvPr id="57" name="グループ化 56">
              <a:extLst>
                <a:ext uri="{FF2B5EF4-FFF2-40B4-BE49-F238E27FC236}">
                  <a16:creationId xmlns:a16="http://schemas.microsoft.com/office/drawing/2014/main" id="{C705B5EC-8DF8-C606-CEAA-1330D77F05BC}"/>
                </a:ext>
              </a:extLst>
            </p:cNvPr>
            <p:cNvGrpSpPr/>
            <p:nvPr/>
          </p:nvGrpSpPr>
          <p:grpSpPr>
            <a:xfrm>
              <a:off x="6066445" y="239627"/>
              <a:ext cx="4906356" cy="1500174"/>
              <a:chOff x="4749946" y="4078810"/>
              <a:chExt cx="7303373" cy="2233090"/>
            </a:xfrm>
          </p:grpSpPr>
          <p:cxnSp>
            <p:nvCxnSpPr>
              <p:cNvPr id="3" name="直線コネクタ 2">
                <a:extLst>
                  <a:ext uri="{FF2B5EF4-FFF2-40B4-BE49-F238E27FC236}">
                    <a16:creationId xmlns:a16="http://schemas.microsoft.com/office/drawing/2014/main" id="{9D600146-12DB-AA1E-B307-766DAB8B99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8348" y="5897019"/>
                <a:ext cx="3216301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直線矢印コネクタ 3">
                <a:extLst>
                  <a:ext uri="{FF2B5EF4-FFF2-40B4-BE49-F238E27FC236}">
                    <a16:creationId xmlns:a16="http://schemas.microsoft.com/office/drawing/2014/main" id="{8E3F7967-85DA-85FD-4FAC-886DB4C414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78349" y="4838700"/>
                <a:ext cx="0" cy="1070389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C0BC466B-D8E3-77C0-574E-161DA02528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94649" y="5486400"/>
                <a:ext cx="979338" cy="416619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コネクタ 7">
                <a:extLst>
                  <a:ext uri="{FF2B5EF4-FFF2-40B4-BE49-F238E27FC236}">
                    <a16:creationId xmlns:a16="http://schemas.microsoft.com/office/drawing/2014/main" id="{15F9C2C4-7A25-52B3-8E69-C319EE43F4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8348" y="4399324"/>
                <a:ext cx="4605767" cy="912604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A8F4418F-62AA-CE77-1DD5-8595B18E3F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93300" y="4399324"/>
                <a:ext cx="2160019" cy="909062"/>
              </a:xfrm>
              <a:prstGeom prst="straightConnector1">
                <a:avLst/>
              </a:prstGeom>
              <a:ln w="38100"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02B468C3-3405-0B35-60BF-9BFE0C95A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8349" y="4399324"/>
                <a:ext cx="6774970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コネクタ 10">
                <a:extLst>
                  <a:ext uri="{FF2B5EF4-FFF2-40B4-BE49-F238E27FC236}">
                    <a16:creationId xmlns:a16="http://schemas.microsoft.com/office/drawing/2014/main" id="{2A5D0F65-8D57-F272-FBE9-448525B3D8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86498" y="4399324"/>
                <a:ext cx="1788898" cy="14976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コネクタ 11">
                <a:extLst>
                  <a:ext uri="{FF2B5EF4-FFF2-40B4-BE49-F238E27FC236}">
                    <a16:creationId xmlns:a16="http://schemas.microsoft.com/office/drawing/2014/main" id="{B01177A4-88D9-BB40-7ABB-938A135ADE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92164" y="4399324"/>
                <a:ext cx="2672203" cy="14948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コネクタ 12">
                <a:extLst>
                  <a:ext uri="{FF2B5EF4-FFF2-40B4-BE49-F238E27FC236}">
                    <a16:creationId xmlns:a16="http://schemas.microsoft.com/office/drawing/2014/main" id="{09AC81FB-FE7A-419E-E9AC-DACDB9FBA5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88661" y="4411696"/>
                <a:ext cx="896222" cy="14881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7A236B71-7D96-F180-F801-81BC615570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1833" y="4407034"/>
                <a:ext cx="3098878" cy="14871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7B608480-3885-97EB-F404-9CA64332A7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6936" y="4407034"/>
                <a:ext cx="2232947" cy="148592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58E99823-9D43-126D-273F-DCAE2DCC23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78419" y="4411696"/>
                <a:ext cx="1352525" cy="148592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コネクタ 18">
                <a:extLst>
                  <a:ext uri="{FF2B5EF4-FFF2-40B4-BE49-F238E27FC236}">
                    <a16:creationId xmlns:a16="http://schemas.microsoft.com/office/drawing/2014/main" id="{95756B22-C1CE-25CB-A278-E5E00AA9EF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80383" y="4407034"/>
                <a:ext cx="460014" cy="14768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B4D95F2E-1F51-3F96-E4D9-C795979084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8723" y="5151163"/>
                <a:ext cx="4967608" cy="0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39B1DF0B-0C8C-63D1-70AD-E25059B14C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9888" y="4166276"/>
                <a:ext cx="2135368" cy="214562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F41BF849-88D3-1841-ECAA-29BC9256DC26}"/>
                      </a:ext>
                    </a:extLst>
                  </p:cNvPr>
                  <p:cNvSpPr txBox="1"/>
                  <p:nvPr/>
                </p:nvSpPr>
                <p:spPr>
                  <a:xfrm>
                    <a:off x="4749946" y="4830366"/>
                    <a:ext cx="412356" cy="3693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F41BF849-88D3-1841-ECAA-29BC9256DC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49946" y="4830366"/>
                    <a:ext cx="412356" cy="36933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3333" b="-4878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376F1AB6-6F9A-958C-57CD-02EF961C8A78}"/>
                      </a:ext>
                    </a:extLst>
                  </p:cNvPr>
                  <p:cNvSpPr txBox="1"/>
                  <p:nvPr/>
                </p:nvSpPr>
                <p:spPr>
                  <a:xfrm>
                    <a:off x="4806757" y="5651262"/>
                    <a:ext cx="434991" cy="3693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376F1AB6-6F9A-958C-57CD-02EF961C8A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6757" y="5651262"/>
                    <a:ext cx="434991" cy="36933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8750" b="-4878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テキスト ボックス 25">
                    <a:extLst>
                      <a:ext uri="{FF2B5EF4-FFF2-40B4-BE49-F238E27FC236}">
                        <a16:creationId xmlns:a16="http://schemas.microsoft.com/office/drawing/2014/main" id="{39AF4F44-1F88-CEF3-3598-52608DAF2885}"/>
                      </a:ext>
                    </a:extLst>
                  </p:cNvPr>
                  <p:cNvSpPr txBox="1"/>
                  <p:nvPr/>
                </p:nvSpPr>
                <p:spPr>
                  <a:xfrm>
                    <a:off x="4770070" y="4078810"/>
                    <a:ext cx="434991" cy="3693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>
              <p:sp>
                <p:nvSpPr>
                  <p:cNvPr id="26" name="テキスト ボックス 25">
                    <a:extLst>
                      <a:ext uri="{FF2B5EF4-FFF2-40B4-BE49-F238E27FC236}">
                        <a16:creationId xmlns:a16="http://schemas.microsoft.com/office/drawing/2014/main" id="{39AF4F44-1F88-CEF3-3598-52608DAF28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70070" y="4078810"/>
                    <a:ext cx="434991" cy="36933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2500" b="-4878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DFB5895B-A45D-D083-6B38-96B0C0E9FBB0}"/>
                      </a:ext>
                    </a:extLst>
                  </p:cNvPr>
                  <p:cNvSpPr txBox="1"/>
                  <p:nvPr/>
                </p:nvSpPr>
                <p:spPr>
                  <a:xfrm>
                    <a:off x="9376686" y="5455254"/>
                    <a:ext cx="445250" cy="3693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DFB5895B-A45D-D083-6B38-96B0C0E9FB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76686" y="5455254"/>
                    <a:ext cx="445250" cy="36933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16327" b="-52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" name="直線コネクタ 28">
                <a:extLst>
                  <a:ext uri="{FF2B5EF4-FFF2-40B4-BE49-F238E27FC236}">
                    <a16:creationId xmlns:a16="http://schemas.microsoft.com/office/drawing/2014/main" id="{C5249DD6-5FCD-920B-B098-2950C71BAC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78348" y="4394200"/>
                <a:ext cx="0" cy="47625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コネクタ 34">
                <a:extLst>
                  <a:ext uri="{FF2B5EF4-FFF2-40B4-BE49-F238E27FC236}">
                    <a16:creationId xmlns:a16="http://schemas.microsoft.com/office/drawing/2014/main" id="{21F4B594-5AE3-9F1E-D289-C2E62C60AC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00359" y="5326367"/>
                <a:ext cx="686591" cy="287033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コネクタ 43">
                <a:extLst>
                  <a:ext uri="{FF2B5EF4-FFF2-40B4-BE49-F238E27FC236}">
                    <a16:creationId xmlns:a16="http://schemas.microsoft.com/office/drawing/2014/main" id="{8E7E61D8-2FC6-E096-CA0A-744883D703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42050" y="4394200"/>
                <a:ext cx="1069975" cy="15056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楕円 52">
                <a:extLst>
                  <a:ext uri="{FF2B5EF4-FFF2-40B4-BE49-F238E27FC236}">
                    <a16:creationId xmlns:a16="http://schemas.microsoft.com/office/drawing/2014/main" id="{9923D7A8-C0D2-90E8-3EB0-BAF5401E0EEC}"/>
                  </a:ext>
                </a:extLst>
              </p:cNvPr>
              <p:cNvSpPr/>
              <p:nvPr/>
            </p:nvSpPr>
            <p:spPr>
              <a:xfrm>
                <a:off x="6708305" y="5084273"/>
                <a:ext cx="125553" cy="12555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4" name="テキスト ボックス 53">
                    <a:extLst>
                      <a:ext uri="{FF2B5EF4-FFF2-40B4-BE49-F238E27FC236}">
                        <a16:creationId xmlns:a16="http://schemas.microsoft.com/office/drawing/2014/main" id="{F6C40A3A-F849-F632-52C6-161E7325801E}"/>
                      </a:ext>
                    </a:extLst>
                  </p:cNvPr>
                  <p:cNvSpPr txBox="1"/>
                  <p:nvPr/>
                </p:nvSpPr>
                <p:spPr>
                  <a:xfrm>
                    <a:off x="6003132" y="5800415"/>
                    <a:ext cx="368625" cy="3693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>
              <p:sp>
                <p:nvSpPr>
                  <p:cNvPr id="54" name="テキスト ボックス 53">
                    <a:extLst>
                      <a:ext uri="{FF2B5EF4-FFF2-40B4-BE49-F238E27FC236}">
                        <a16:creationId xmlns:a16="http://schemas.microsoft.com/office/drawing/2014/main" id="{F6C40A3A-F849-F632-52C6-161E732580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3132" y="5800415"/>
                    <a:ext cx="368625" cy="36933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21951" b="-60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テキスト ボックス 54">
                    <a:extLst>
                      <a:ext uri="{FF2B5EF4-FFF2-40B4-BE49-F238E27FC236}">
                        <a16:creationId xmlns:a16="http://schemas.microsoft.com/office/drawing/2014/main" id="{C12064FE-09EF-2DF6-41C3-98CDC5F40FF5}"/>
                      </a:ext>
                    </a:extLst>
                  </p:cNvPr>
                  <p:cNvSpPr txBox="1"/>
                  <p:nvPr/>
                </p:nvSpPr>
                <p:spPr>
                  <a:xfrm>
                    <a:off x="6544942" y="5117068"/>
                    <a:ext cx="349710" cy="3693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>
              <p:sp>
                <p:nvSpPr>
                  <p:cNvPr id="55" name="テキスト ボックス 54">
                    <a:extLst>
                      <a:ext uri="{FF2B5EF4-FFF2-40B4-BE49-F238E27FC236}">
                        <a16:creationId xmlns:a16="http://schemas.microsoft.com/office/drawing/2014/main" id="{C12064FE-09EF-2DF6-41C3-98CDC5F40F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4942" y="5117068"/>
                    <a:ext cx="349710" cy="36933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3158" b="-29268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9" name="楕円 58">
              <a:extLst>
                <a:ext uri="{FF2B5EF4-FFF2-40B4-BE49-F238E27FC236}">
                  <a16:creationId xmlns:a16="http://schemas.microsoft.com/office/drawing/2014/main" id="{3B45002B-8252-1453-B22D-CF787C9D2ACA}"/>
                </a:ext>
              </a:extLst>
            </p:cNvPr>
            <p:cNvSpPr/>
            <p:nvPr/>
          </p:nvSpPr>
          <p:spPr>
            <a:xfrm>
              <a:off x="7035903" y="1420046"/>
              <a:ext cx="84346" cy="84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394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FD10C9-695F-1AC4-2BD4-E9F6151C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パッチとレイの交差判定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3350FB-959F-27AE-E824-6B4352E97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プリズムの側面は四角形の曲面（パッチ</a:t>
            </a:r>
            <a:r>
              <a:rPr lang="ja-JP" altLang="en-US"/>
              <a:t>）</a:t>
            </a:r>
            <a:endParaRPr lang="en-US" altLang="ja-JP"/>
          </a:p>
          <a:p>
            <a:pPr lvl="1"/>
            <a:r>
              <a:rPr lang="en-US" altLang="ja-JP" sz="1050"/>
              <a:t>Cool Patches: A Geometric Approach to Ray/Bilinear Patch Intersections</a:t>
            </a:r>
            <a:endParaRPr kumimoji="1" lang="en-US" altLang="ja-JP" sz="1050"/>
          </a:p>
          <a:p>
            <a:pPr lvl="1"/>
            <a:r>
              <a:rPr kumimoji="1" lang="en-US" altLang="ja-JP" sz="1050"/>
              <a:t>https://research.nvidia.com/sites/default/files/pubs/2019-03_Cool-Patches%3A-A/Chapter_08.pdf</a:t>
            </a:r>
          </a:p>
          <a:p>
            <a:endParaRPr kumimoji="1" lang="ja-JP" altLang="en-US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DD7CE045-A7AB-3EFE-116F-E1F8854434A7}"/>
              </a:ext>
            </a:extLst>
          </p:cNvPr>
          <p:cNvGrpSpPr/>
          <p:nvPr/>
        </p:nvGrpSpPr>
        <p:grpSpPr>
          <a:xfrm>
            <a:off x="303180" y="2835442"/>
            <a:ext cx="11877233" cy="4131900"/>
            <a:chOff x="153271" y="2787316"/>
            <a:chExt cx="11877233" cy="4131900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C734131-B74B-E4CF-26DB-CBB5EC702479}"/>
                </a:ext>
              </a:extLst>
            </p:cNvPr>
            <p:cNvSpPr txBox="1"/>
            <p:nvPr/>
          </p:nvSpPr>
          <p:spPr>
            <a:xfrm>
              <a:off x="153271" y="2787316"/>
              <a:ext cx="4185761" cy="39703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50"/>
                <a:t> 1 RT_PROGRAM void intersectPatch(int prim_idx) {</a:t>
              </a:r>
            </a:p>
            <a:p>
              <a:r>
                <a:rPr lang="en-US" altLang="ja-JP" sz="1050"/>
                <a:t> 2   // ray is rtDeclareVariable(Ray, ray, rtCurrentRay,) in OptiX</a:t>
              </a:r>
            </a:p>
            <a:p>
              <a:r>
                <a:rPr lang="en-US" altLang="ja-JP" sz="1050"/>
                <a:t> 3   // patchdata is optix::rtBuffer</a:t>
              </a:r>
            </a:p>
            <a:p>
              <a:r>
                <a:rPr lang="en-US" altLang="ja-JP" sz="1050"/>
                <a:t> 4   const PatchData&amp; patch = patchdata[prim_idx];</a:t>
              </a:r>
            </a:p>
            <a:p>
              <a:r>
                <a:rPr lang="en-US" altLang="ja-JP" sz="1050"/>
                <a:t> 5   const float3* q = patch.coefficients();</a:t>
              </a:r>
            </a:p>
            <a:p>
              <a:r>
                <a:rPr lang="en-US" altLang="ja-JP" sz="1050"/>
                <a:t> 6   // 4 corners + "normal" qn</a:t>
              </a:r>
            </a:p>
            <a:p>
              <a:r>
                <a:rPr lang="en-US" altLang="ja-JP" sz="1050"/>
                <a:t> 7   float3 q00 = q[0], q10 = q[1], q11 = q[2], q01 = q[3];</a:t>
              </a:r>
            </a:p>
            <a:p>
              <a:r>
                <a:rPr lang="en-US" altLang="ja-JP" sz="1050"/>
                <a:t> 8   float3 e10 = q10 - q00; // q01 ----------- q11</a:t>
              </a:r>
            </a:p>
            <a:p>
              <a:r>
                <a:rPr lang="en-US" altLang="ja-JP" sz="1050"/>
                <a:t> 9   float3 e11 = q11 - q10; // |                 |</a:t>
              </a:r>
            </a:p>
            <a:p>
              <a:r>
                <a:rPr lang="en-US" altLang="ja-JP" sz="1050"/>
                <a:t>10   float3 e00 = q01 - q00; // | e00         e11 | we precompute</a:t>
              </a:r>
            </a:p>
            <a:p>
              <a:r>
                <a:rPr lang="en-US" altLang="ja-JP" sz="1050"/>
                <a:t>11   float3 qn = q[4];       // |       e10       |   qn = cross(q10-q00,</a:t>
              </a:r>
            </a:p>
            <a:p>
              <a:r>
                <a:rPr lang="en-US" altLang="ja-JP" sz="1050"/>
                <a:t>12    q00 -= ray.origin;      // q00 ----------- q10             q01-q11)</a:t>
              </a:r>
            </a:p>
            <a:p>
              <a:r>
                <a:rPr lang="en-US" altLang="ja-JP" sz="1050"/>
                <a:t>13   q10 -= ray.origin;</a:t>
              </a:r>
            </a:p>
            <a:p>
              <a:r>
                <a:rPr lang="en-US" altLang="ja-JP" sz="1050"/>
                <a:t>14    float a = dot(cross(q00, ray.direction), e00); // the equation is</a:t>
              </a:r>
            </a:p>
            <a:p>
              <a:r>
                <a:rPr lang="en-US" altLang="ja-JP" sz="1050"/>
                <a:t>15    float c = dot(qn, ray.direction);               // a + b u + c u^2</a:t>
              </a:r>
            </a:p>
            <a:p>
              <a:r>
                <a:rPr lang="en-US" altLang="ja-JP" sz="1050"/>
                <a:t>16   float b = dot(cross(q10, ray.direction), e11); // first compute</a:t>
              </a:r>
            </a:p>
            <a:p>
              <a:r>
                <a:rPr lang="en-US" altLang="ja-JP" sz="1050"/>
                <a:t>17   b -= a + c;                                     // a+b+c and then b</a:t>
              </a:r>
            </a:p>
            <a:p>
              <a:r>
                <a:rPr lang="en-US" altLang="ja-JP" sz="1050"/>
                <a:t>18   float det = b*b - 4*a*c;</a:t>
              </a:r>
            </a:p>
            <a:p>
              <a:r>
                <a:rPr lang="en-US" altLang="ja-JP" sz="1050"/>
                <a:t>19   if (det &lt; 0) return;     // see the right part of Figure 5</a:t>
              </a:r>
            </a:p>
            <a:p>
              <a:r>
                <a:rPr lang="en-US" altLang="ja-JP" sz="1050"/>
                <a:t>20   det = sqrt(det);         // we -use_fast_math in CUDA_NVRTC_OPTIONS</a:t>
              </a:r>
            </a:p>
            <a:p>
              <a:r>
                <a:rPr lang="en-US" altLang="ja-JP" sz="1050"/>
                <a:t>21   float u1, u2;            // two roots(u parameter)</a:t>
              </a:r>
            </a:p>
            <a:p>
              <a:r>
                <a:rPr lang="en-US" altLang="ja-JP" sz="1050"/>
                <a:t>22   float t = ray.tmax, u, v; // need solution for the smallest t &gt; 0</a:t>
              </a:r>
            </a:p>
            <a:p>
              <a:r>
                <a:rPr lang="en-US" altLang="ja-JP" sz="1050"/>
                <a:t>23   if (c == 0) {                         // if c == 0, it is a trapezoid</a:t>
              </a:r>
            </a:p>
            <a:p>
              <a:r>
                <a:rPr lang="en-US" altLang="ja-JP" sz="1050"/>
                <a:t>24     u1 = -a/b; u2 = -1;                 // and there is only one root</a:t>
              </a: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A48613C1-9AF2-7FA8-C912-FA2B8A287BA1}"/>
                </a:ext>
              </a:extLst>
            </p:cNvPr>
            <p:cNvSpPr txBox="1"/>
            <p:nvPr/>
          </p:nvSpPr>
          <p:spPr>
            <a:xfrm>
              <a:off x="4339032" y="2787316"/>
              <a:ext cx="3874779" cy="41319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50"/>
                <a:t>25   } else {                              // (c != 0 in Stanford models)</a:t>
              </a:r>
            </a:p>
            <a:p>
              <a:r>
                <a:rPr lang="en-US" altLang="ja-JP" sz="1050"/>
                <a:t>26     u1 = (-b - copysignf(det, b))/2;  // numerically "stable" root</a:t>
              </a:r>
            </a:p>
            <a:p>
              <a:r>
                <a:rPr lang="en-US" altLang="ja-JP" sz="1050"/>
                <a:t>27     u2 = a/u1;                          // Viete's formula for u1*u2</a:t>
              </a:r>
            </a:p>
            <a:p>
              <a:r>
                <a:rPr lang="en-US" altLang="ja-JP" sz="1050"/>
                <a:t>28     u1 /= c;</a:t>
              </a:r>
            </a:p>
            <a:p>
              <a:r>
                <a:rPr lang="en-US" altLang="ja-JP" sz="1050"/>
                <a:t>29   }</a:t>
              </a:r>
            </a:p>
            <a:p>
              <a:r>
                <a:rPr lang="en-US" altLang="ja-JP" sz="1050"/>
                <a:t>30   if (0 &lt;= u1 &amp;&amp; u1 &lt;= 1) {                // is it inside the patch?</a:t>
              </a:r>
            </a:p>
            <a:p>
              <a:r>
                <a:rPr lang="en-US" altLang="ja-JP" sz="1050"/>
                <a:t>31     float3 pa = lerp(q00, q10, u1);        // point on edge e10 (Fig. 4)</a:t>
              </a:r>
            </a:p>
            <a:p>
              <a:r>
                <a:rPr lang="en-US" altLang="ja-JP" sz="1050"/>
                <a:t>32     float3 pb = lerp(e00, e11, u1);        // it is, actually, pb - pa</a:t>
              </a:r>
            </a:p>
            <a:p>
              <a:r>
                <a:rPr lang="en-US" altLang="ja-JP" sz="1050"/>
                <a:t>33     float3 n = cross(ray.direction, pb);</a:t>
              </a:r>
            </a:p>
            <a:p>
              <a:r>
                <a:rPr lang="en-US" altLang="ja-JP" sz="1050"/>
                <a:t>34     det = dot(n, n);</a:t>
              </a:r>
            </a:p>
            <a:p>
              <a:r>
                <a:rPr lang="en-US" altLang="ja-JP" sz="1050"/>
                <a:t>35     n = cross(n, pa);</a:t>
              </a:r>
            </a:p>
            <a:p>
              <a:r>
                <a:rPr lang="en-US" altLang="ja-JP" sz="1050"/>
                <a:t>36     float t1 = dot(n, pb);</a:t>
              </a:r>
            </a:p>
            <a:p>
              <a:r>
                <a:rPr lang="en-US" altLang="ja-JP" sz="1050"/>
                <a:t>37     float v1 = dot(n, ray.direction);      // no need to check t1 &lt; t</a:t>
              </a:r>
            </a:p>
            <a:p>
              <a:r>
                <a:rPr lang="en-US" altLang="ja-JP" sz="1050"/>
                <a:t>38     if (t1 &gt; 0 &amp;&amp; 0 &lt;= v1 &amp;&amp; v1 &lt;= det) {  // if t1 &gt; ray.tmax,</a:t>
              </a:r>
            </a:p>
            <a:p>
              <a:r>
                <a:rPr lang="en-US" altLang="ja-JP" sz="1050"/>
                <a:t>39         t = t1/det; u = u1; v = v1/det;   // it will be rejected</a:t>
              </a:r>
            </a:p>
            <a:p>
              <a:r>
                <a:rPr lang="en-US" altLang="ja-JP" sz="1050"/>
                <a:t>40     }                                       // in rtPotentialIntersection</a:t>
              </a:r>
            </a:p>
            <a:p>
              <a:r>
                <a:rPr lang="en-US" altLang="ja-JP" sz="1050"/>
                <a:t>41   }</a:t>
              </a:r>
            </a:p>
            <a:p>
              <a:r>
                <a:rPr lang="en-US" altLang="ja-JP" sz="1050"/>
                <a:t>42   if (0 &lt;= u2 &amp;&amp; u2 &lt;= 1) {                // it is slightly different,</a:t>
              </a:r>
            </a:p>
            <a:p>
              <a:r>
                <a:rPr lang="en-US" altLang="ja-JP" sz="1050"/>
                <a:t>43     float3 pa = lerp(q00, q10, u2);        // since u1 might be good</a:t>
              </a:r>
            </a:p>
            <a:p>
              <a:r>
                <a:rPr lang="en-US" altLang="ja-JP" sz="1050"/>
                <a:t>44     float3 pb = lerp(e00, e11, u2);        // and we need 0 &lt; t2 &lt; t1</a:t>
              </a:r>
            </a:p>
            <a:p>
              <a:r>
                <a:rPr lang="en-US" altLang="ja-JP" sz="1050"/>
                <a:t>45     float3 n = cross(ray.direction, pb);</a:t>
              </a:r>
            </a:p>
            <a:p>
              <a:r>
                <a:rPr lang="en-US" altLang="ja-JP" sz="1050"/>
                <a:t>46     det = dot(n, n);</a:t>
              </a:r>
            </a:p>
            <a:p>
              <a:r>
                <a:rPr lang="en-US" altLang="ja-JP" sz="1050"/>
                <a:t>47     n = cross(n, pa);</a:t>
              </a:r>
            </a:p>
            <a:p>
              <a:r>
                <a:rPr lang="en-US" altLang="ja-JP" sz="1050"/>
                <a:t>48     float t2 = dot(n, pb)/det;</a:t>
              </a:r>
            </a:p>
            <a:p>
              <a:endParaRPr kumimoji="1" lang="ja-JP" altLang="en-US" sz="105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5D923AA-9A8F-D484-AA70-8618C7271F99}"/>
                </a:ext>
              </a:extLst>
            </p:cNvPr>
            <p:cNvSpPr txBox="1"/>
            <p:nvPr/>
          </p:nvSpPr>
          <p:spPr>
            <a:xfrm>
              <a:off x="8208624" y="2787316"/>
              <a:ext cx="3821880" cy="38087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50"/>
                <a:t>49     float v2 = dot(n, ray.direction);</a:t>
              </a:r>
            </a:p>
            <a:p>
              <a:r>
                <a:rPr lang="en-US" altLang="ja-JP" sz="1050"/>
                <a:t>50     if (0 &lt;= v2 &amp;&amp; v2 &lt;= det &amp;&amp; t &gt; t2 &amp;&amp; t2 &gt; 0) {</a:t>
              </a:r>
            </a:p>
            <a:p>
              <a:r>
                <a:rPr lang="en-US" altLang="ja-JP" sz="1050"/>
                <a:t>51         t = t2; u = u2; v = v2/det;</a:t>
              </a:r>
            </a:p>
            <a:p>
              <a:r>
                <a:rPr lang="en-US" altLang="ja-JP" sz="1050"/>
                <a:t>52     }</a:t>
              </a:r>
            </a:p>
            <a:p>
              <a:r>
                <a:rPr lang="en-US" altLang="ja-JP" sz="1050"/>
                <a:t>53   }</a:t>
              </a:r>
            </a:p>
            <a:p>
              <a:r>
                <a:rPr lang="en-US" altLang="ja-JP" sz="1050"/>
                <a:t>54   if (rtPotentialIntersection(t)) {</a:t>
              </a:r>
            </a:p>
            <a:p>
              <a:r>
                <a:rPr lang="en-US" altLang="ja-JP" sz="1050"/>
                <a:t>55     // Fill the intersection structure irec.</a:t>
              </a:r>
            </a:p>
            <a:p>
              <a:r>
                <a:rPr lang="en-US" altLang="ja-JP" sz="1050"/>
                <a:t>56     // Normal(s) for the closest hit will be normalized in a shader.</a:t>
              </a:r>
            </a:p>
            <a:p>
              <a:r>
                <a:rPr lang="en-US" altLang="ja-JP" sz="1050"/>
                <a:t>57     float3 du = lerp(e10, q11 - q01, v);</a:t>
              </a:r>
            </a:p>
            <a:p>
              <a:r>
                <a:rPr lang="en-US" altLang="ja-JP" sz="1050"/>
                <a:t>58     float3 dv = lerp(e00, e11, u);</a:t>
              </a:r>
            </a:p>
            <a:p>
              <a:r>
                <a:rPr lang="en-US" altLang="ja-JP" sz="1050"/>
                <a:t>59     irec.geometric_normal = cross(du, dv);</a:t>
              </a:r>
            </a:p>
            <a:p>
              <a:r>
                <a:rPr lang="en-US" altLang="ja-JP" sz="1050"/>
                <a:t>60     #if defined(SHADING_NORMALS)</a:t>
              </a:r>
            </a:p>
            <a:p>
              <a:r>
                <a:rPr lang="en-US" altLang="ja-JP" sz="1050"/>
                <a:t>61     const float3* vn = patch.vertex_normals;</a:t>
              </a:r>
            </a:p>
            <a:p>
              <a:r>
                <a:rPr lang="en-US" altLang="ja-JP" sz="1050"/>
                <a:t>62     irec.shading_normal = lerp(lerp(vn[0],vn[1],u),</a:t>
              </a:r>
            </a:p>
            <a:p>
              <a:r>
                <a:rPr lang="en-US" altLang="ja-JP" sz="1050"/>
                <a:t>63                                lerp(vn[3],vn[2],u),v);</a:t>
              </a:r>
            </a:p>
            <a:p>
              <a:r>
                <a:rPr lang="en-US" altLang="ja-JP" sz="1050"/>
                <a:t>64     #else</a:t>
              </a:r>
            </a:p>
            <a:p>
              <a:r>
                <a:rPr lang="en-US" altLang="ja-JP" sz="1050"/>
                <a:t>65     irec.shading_normal = irec.geometric_normal;</a:t>
              </a:r>
            </a:p>
            <a:p>
              <a:r>
                <a:rPr lang="en-US" altLang="ja-JP" sz="1050"/>
                <a:t>66     #endif</a:t>
              </a:r>
            </a:p>
            <a:p>
              <a:r>
                <a:rPr lang="en-US" altLang="ja-JP" sz="1050"/>
                <a:t>67     irec.texcoord = make_float3(u, v, 0);</a:t>
              </a:r>
            </a:p>
            <a:p>
              <a:r>
                <a:rPr lang="en-US" altLang="ja-JP" sz="1050"/>
                <a:t>68     irec.id = prim_idx;</a:t>
              </a:r>
            </a:p>
            <a:p>
              <a:r>
                <a:rPr lang="en-US" altLang="ja-JP" sz="1050"/>
                <a:t>69     rtReportIntersection(0u);</a:t>
              </a:r>
            </a:p>
            <a:p>
              <a:r>
                <a:rPr lang="en-US" altLang="ja-JP" sz="1050"/>
                <a:t>70   }</a:t>
              </a:r>
            </a:p>
            <a:p>
              <a:r>
                <a:rPr lang="en-US" altLang="ja-JP" sz="1050"/>
                <a:t>71 }</a:t>
              </a:r>
              <a:endParaRPr kumimoji="1" lang="ja-JP" altLang="en-US" sz="1050"/>
            </a:p>
          </p:txBody>
        </p:sp>
      </p:grpSp>
    </p:spTree>
    <p:extLst>
      <p:ext uri="{BB962C8B-B14F-4D97-AF65-F5344CB8AC3E}">
        <p14:creationId xmlns:p14="http://schemas.microsoft.com/office/powerpoint/2010/main" val="405871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606ED0-3DF2-D1FA-8932-DF8CDD4D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交点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529100E-0C6A-952C-D87C-6485DE89E7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71512" cy="4351338"/>
              </a:xfrm>
            </p:spPr>
            <p:txBody>
              <a:bodyPr>
                <a:normAutofit/>
              </a:bodyPr>
              <a:lstStyle/>
              <a:p>
                <a:endParaRPr lang="en-US" altLang="ja-JP" sz="20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𝑟𝑎𝑦</m:t>
                          </m:r>
                        </m:sub>
                      </m:sSub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𝑟𝑎𝑦</m:t>
                              </m:r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b>
                          </m:s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𝑟𝑎𝑦</m:t>
                              </m:r>
                            </m:sub>
                          </m:sSub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𝑟𝑎𝑦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𝑠𝑢𝑟𝑓</m:t>
                          </m:r>
                        </m:sub>
                      </m:sSub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𝑠𝑢𝑟𝑓</m:t>
                              </m:r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b>
                          </m:s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𝑠𝑢𝑟𝑓</m:t>
                              </m:r>
                            </m:sub>
                          </m:sSub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𝑠𝑢𝑟𝑓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𝑟𝑎𝑦</m:t>
                          </m:r>
                        </m:sub>
                      </m:sSub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𝑠𝑢𝑟𝑓</m:t>
                          </m:r>
                        </m:sub>
                      </m:sSub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𝑠𝑢𝑟𝑓</m:t>
                              </m:r>
                            </m:sub>
                          </m:s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𝑟𝑎𝑦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𝑠𝑢𝑟𝑓</m:t>
                              </m:r>
                            </m:sub>
                          </m:s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𝑟𝑎𝑦</m:t>
                              </m:r>
                            </m:sub>
                          </m:s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𝑠𝑢𝑟𝑓</m:t>
                                  </m:r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𝑝𝑟𝑒𝑣</m:t>
                                  </m:r>
                                </m:sub>
                              </m:s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𝑟𝑎𝑦</m:t>
                                  </m:r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𝑝𝑟𝑒𝑣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altLang="ja-JP" sz="2000"/>
              </a:p>
              <a:p>
                <a:endParaRPr lang="en-US" altLang="ja-JP" sz="20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𝑠𝑢𝑟𝑣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𝑝𝑟𝑒𝑣</m:t>
                        </m:r>
                      </m:sub>
                    </m:sSub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𝑟𝑎𝑦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𝑝𝑟𝑒𝑣</m:t>
                        </m:r>
                      </m:sub>
                    </m:sSub>
                  </m:oMath>
                </a14:m>
                <a:r>
                  <a:rPr kumimoji="1" lang="ja-JP" altLang="en-US" sz="1600"/>
                  <a:t>のトラッキングも必要</a:t>
                </a: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529100E-0C6A-952C-D87C-6485DE89E7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71512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9FC77534-F6E9-4C8F-35E6-1964EAD4202F}"/>
              </a:ext>
            </a:extLst>
          </p:cNvPr>
          <p:cNvGrpSpPr/>
          <p:nvPr/>
        </p:nvGrpSpPr>
        <p:grpSpPr>
          <a:xfrm>
            <a:off x="6450475" y="4328335"/>
            <a:ext cx="5473443" cy="1733430"/>
            <a:chOff x="5278348" y="4166276"/>
            <a:chExt cx="6774971" cy="2145624"/>
          </a:xfrm>
        </p:grpSpPr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0CE48D3D-3D04-FD85-D5AB-03B23CCAC55E}"/>
                </a:ext>
              </a:extLst>
            </p:cNvPr>
            <p:cNvCxnSpPr>
              <a:cxnSpLocks/>
            </p:cNvCxnSpPr>
            <p:nvPr/>
          </p:nvCxnSpPr>
          <p:spPr>
            <a:xfrm>
              <a:off x="5278348" y="5897019"/>
              <a:ext cx="321630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F901F5AF-7D80-D252-AA14-3AA1D4A27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349" y="4838700"/>
              <a:ext cx="0" cy="1070389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矢印コネクタ 64">
              <a:extLst>
                <a:ext uri="{FF2B5EF4-FFF2-40B4-BE49-F238E27FC236}">
                  <a16:creationId xmlns:a16="http://schemas.microsoft.com/office/drawing/2014/main" id="{239D9C3E-076F-917F-191D-6172839F6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4649" y="5486400"/>
              <a:ext cx="979338" cy="416619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19A7A6EC-4BF3-1406-A833-942C559D54B7}"/>
                </a:ext>
              </a:extLst>
            </p:cNvPr>
            <p:cNvCxnSpPr>
              <a:cxnSpLocks/>
            </p:cNvCxnSpPr>
            <p:nvPr/>
          </p:nvCxnSpPr>
          <p:spPr>
            <a:xfrm>
              <a:off x="5278348" y="4399324"/>
              <a:ext cx="4605767" cy="912604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矢印コネクタ 66">
              <a:extLst>
                <a:ext uri="{FF2B5EF4-FFF2-40B4-BE49-F238E27FC236}">
                  <a16:creationId xmlns:a16="http://schemas.microsoft.com/office/drawing/2014/main" id="{83C863ED-C7AD-33EA-7446-5D370F4F4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3300" y="4399324"/>
              <a:ext cx="2160019" cy="909062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B540EB7D-FF1F-F3EA-AC44-88A763FA8CBE}"/>
                </a:ext>
              </a:extLst>
            </p:cNvPr>
            <p:cNvCxnSpPr>
              <a:cxnSpLocks/>
            </p:cNvCxnSpPr>
            <p:nvPr/>
          </p:nvCxnSpPr>
          <p:spPr>
            <a:xfrm>
              <a:off x="5278349" y="4399324"/>
              <a:ext cx="677497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68512184-631F-E5E0-C41F-1E2252A5B3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6498" y="4399324"/>
              <a:ext cx="1788898" cy="14976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23A889B5-91BE-1F08-8437-3268F7DBDE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2164" y="4399324"/>
              <a:ext cx="2672203" cy="14948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8A046171-4AA8-0C76-EA7C-E0C0E0AC40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8661" y="4411696"/>
              <a:ext cx="896222" cy="14881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1BCE04DE-86AF-7854-CA3F-EC73B10168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1833" y="4407034"/>
              <a:ext cx="3098878" cy="14871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コネクタ 72">
              <a:extLst>
                <a:ext uri="{FF2B5EF4-FFF2-40B4-BE49-F238E27FC236}">
                  <a16:creationId xmlns:a16="http://schemas.microsoft.com/office/drawing/2014/main" id="{3DB50A58-A904-1B1A-EFB5-32E9019680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6936" y="4407034"/>
              <a:ext cx="2232947" cy="1485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コネクタ 73">
              <a:extLst>
                <a:ext uri="{FF2B5EF4-FFF2-40B4-BE49-F238E27FC236}">
                  <a16:creationId xmlns:a16="http://schemas.microsoft.com/office/drawing/2014/main" id="{D0F0556B-ED87-28EB-2700-343F0A74EF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8419" y="4411696"/>
              <a:ext cx="1352525" cy="1485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E7DC7026-E4EA-A290-D322-3C685CB805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0383" y="4407034"/>
              <a:ext cx="460014" cy="14768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コネクタ 75">
              <a:extLst>
                <a:ext uri="{FF2B5EF4-FFF2-40B4-BE49-F238E27FC236}">
                  <a16:creationId xmlns:a16="http://schemas.microsoft.com/office/drawing/2014/main" id="{E43721AB-2A9D-AF7E-EEBA-DB076176BA3E}"/>
                </a:ext>
              </a:extLst>
            </p:cNvPr>
            <p:cNvCxnSpPr>
              <a:cxnSpLocks/>
            </p:cNvCxnSpPr>
            <p:nvPr/>
          </p:nvCxnSpPr>
          <p:spPr>
            <a:xfrm>
              <a:off x="5288723" y="5151163"/>
              <a:ext cx="4967608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矢印コネクタ 76">
              <a:extLst>
                <a:ext uri="{FF2B5EF4-FFF2-40B4-BE49-F238E27FC236}">
                  <a16:creationId xmlns:a16="http://schemas.microsoft.com/office/drawing/2014/main" id="{4D818D35-A84E-082D-AA69-5F80C2402333}"/>
                </a:ext>
              </a:extLst>
            </p:cNvPr>
            <p:cNvCxnSpPr>
              <a:cxnSpLocks/>
            </p:cNvCxnSpPr>
            <p:nvPr/>
          </p:nvCxnSpPr>
          <p:spPr>
            <a:xfrm>
              <a:off x="5809888" y="4166276"/>
              <a:ext cx="2135368" cy="214562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コネクタ 81">
              <a:extLst>
                <a:ext uri="{FF2B5EF4-FFF2-40B4-BE49-F238E27FC236}">
                  <a16:creationId xmlns:a16="http://schemas.microsoft.com/office/drawing/2014/main" id="{7D31D6E5-16DE-CF47-3A08-C5C332554A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348" y="4394200"/>
              <a:ext cx="0" cy="4762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2CAB12ED-D1F7-AF31-F599-491CEF7462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0359" y="5326367"/>
              <a:ext cx="686591" cy="28703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425C6FB4-CD77-F5C7-3058-434E83F01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2050" y="4394200"/>
              <a:ext cx="1069975" cy="15056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楕円 84">
              <a:extLst>
                <a:ext uri="{FF2B5EF4-FFF2-40B4-BE49-F238E27FC236}">
                  <a16:creationId xmlns:a16="http://schemas.microsoft.com/office/drawing/2014/main" id="{571D6E29-7B6A-A0A1-D6CB-5522FA8C4A89}"/>
                </a:ext>
              </a:extLst>
            </p:cNvPr>
            <p:cNvSpPr/>
            <p:nvPr/>
          </p:nvSpPr>
          <p:spPr>
            <a:xfrm>
              <a:off x="6708305" y="5084273"/>
              <a:ext cx="125553" cy="125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F9557D91-B8E8-7EFA-27C7-16DB13028204}"/>
              </a:ext>
            </a:extLst>
          </p:cNvPr>
          <p:cNvCxnSpPr>
            <a:cxnSpLocks/>
          </p:cNvCxnSpPr>
          <p:nvPr/>
        </p:nvCxnSpPr>
        <p:spPr>
          <a:xfrm flipV="1">
            <a:off x="7299325" y="4889500"/>
            <a:ext cx="532342" cy="127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楕円 90">
            <a:extLst>
              <a:ext uri="{FF2B5EF4-FFF2-40B4-BE49-F238E27FC236}">
                <a16:creationId xmlns:a16="http://schemas.microsoft.com/office/drawing/2014/main" id="{1D128465-59E2-CD59-E8B3-68F5342C44AF}"/>
              </a:ext>
            </a:extLst>
          </p:cNvPr>
          <p:cNvSpPr/>
          <p:nvPr/>
        </p:nvSpPr>
        <p:spPr>
          <a:xfrm>
            <a:off x="7767335" y="4846514"/>
            <a:ext cx="101433" cy="1014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7CF5D958-9FE7-7AC6-0D31-A9E36F654FB6}"/>
              </a:ext>
            </a:extLst>
          </p:cNvPr>
          <p:cNvCxnSpPr>
            <a:cxnSpLocks/>
          </p:cNvCxnSpPr>
          <p:nvPr/>
        </p:nvCxnSpPr>
        <p:spPr>
          <a:xfrm>
            <a:off x="6879900" y="4332241"/>
            <a:ext cx="624111" cy="62710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楕円 96">
            <a:extLst>
              <a:ext uri="{FF2B5EF4-FFF2-40B4-BE49-F238E27FC236}">
                <a16:creationId xmlns:a16="http://schemas.microsoft.com/office/drawing/2014/main" id="{EA5E2D29-C8CC-9D02-A662-C57D57A61E9B}"/>
              </a:ext>
            </a:extLst>
          </p:cNvPr>
          <p:cNvSpPr/>
          <p:nvPr/>
        </p:nvSpPr>
        <p:spPr>
          <a:xfrm>
            <a:off x="7463619" y="4915838"/>
            <a:ext cx="101433" cy="101433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4673DD71-A10E-4AC2-6132-1A914D71BAD4}"/>
              </a:ext>
            </a:extLst>
          </p:cNvPr>
          <p:cNvCxnSpPr>
            <a:cxnSpLocks/>
          </p:cNvCxnSpPr>
          <p:nvPr/>
        </p:nvCxnSpPr>
        <p:spPr>
          <a:xfrm>
            <a:off x="6465659" y="4828741"/>
            <a:ext cx="4703991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19BEF075-5D43-9222-8FCE-87357D92DA4F}"/>
              </a:ext>
            </a:extLst>
          </p:cNvPr>
          <p:cNvCxnSpPr>
            <a:cxnSpLocks/>
          </p:cNvCxnSpPr>
          <p:nvPr/>
        </p:nvCxnSpPr>
        <p:spPr>
          <a:xfrm flipV="1">
            <a:off x="6993436" y="4502150"/>
            <a:ext cx="537664" cy="12137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楕円 105">
            <a:extLst>
              <a:ext uri="{FF2B5EF4-FFF2-40B4-BE49-F238E27FC236}">
                <a16:creationId xmlns:a16="http://schemas.microsoft.com/office/drawing/2014/main" id="{BD559A64-6ADD-6AA5-FFCF-00ED1E88ADEF}"/>
              </a:ext>
            </a:extLst>
          </p:cNvPr>
          <p:cNvSpPr/>
          <p:nvPr/>
        </p:nvSpPr>
        <p:spPr>
          <a:xfrm>
            <a:off x="7330049" y="4774544"/>
            <a:ext cx="101433" cy="1014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6A8F3E06-B6DE-B70E-0777-E7C180DFD794}"/>
              </a:ext>
            </a:extLst>
          </p:cNvPr>
          <p:cNvSpPr/>
          <p:nvPr/>
        </p:nvSpPr>
        <p:spPr>
          <a:xfrm>
            <a:off x="7247118" y="4962632"/>
            <a:ext cx="101433" cy="1014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968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F9C6C0-80F1-56EF-E0DC-EDAEF5C9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法線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8D7BA3B-F1C3-CFBB-AC05-68DCA92A5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kumimoji="1" lang="en-US" altLang="ja-JP"/>
                  <a:t>Displacement Mapping</a:t>
                </a:r>
                <a:r>
                  <a:rPr kumimoji="1" lang="ja-JP" altLang="en-US"/>
                  <a:t>を行う場合の面は</a:t>
                </a:r>
                <a:endParaRPr kumimoji="1" lang="en-US" altLang="ja-JP"/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𝑣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𝑣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en-US" altLang="ja-JP"/>
              </a:p>
              <a:p>
                <a:pPr lvl="8"/>
                <a:endParaRPr lang="en-US" altLang="ja-JP"/>
              </a:p>
              <a:p>
                <a:r>
                  <a:rPr kumimoji="1" lang="ja-JP" altLang="en-US"/>
                  <a:t>有限差分で法線を求めると</a:t>
                </a:r>
                <a:endParaRPr kumimoji="1" lang="en-US" altLang="ja-JP"/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kumimoji="1" lang="en-US" altLang="ja-JP"/>
              </a:p>
              <a:p>
                <a:pPr lvl="8"/>
                <a:endParaRPr kumimoji="1" lang="en-US" altLang="ja-JP"/>
              </a:p>
              <a:p>
                <a:r>
                  <a:rPr kumimoji="1" lang="ja-JP" altLang="en-US"/>
                  <a:t>この法線ではシェーディング結果が滑らかにならない</a:t>
                </a:r>
                <a:endParaRPr kumimoji="1" lang="en-US" altLang="ja-JP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kumimoji="1" lang="ja-JP" altLang="en-US"/>
                  <a:t>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1" lang="ja-JP" altLang="en-US"/>
                  <a:t>で置き換える</a:t>
                </a:r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kumimoji="1" lang="en-US" altLang="ja-JP"/>
              </a:p>
              <a:p>
                <a:endParaRPr kumimoji="1" lang="ja-JP" altLang="en-US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8D7BA3B-F1C3-CFBB-AC05-68DCA92A5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197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89DCDD-9295-5CA3-E5D0-486927F7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C55B87-CA75-2883-F48A-09D4F42DA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389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0AD6-B362-29B4-6475-1A295BBC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900EE44-C189-D4E2-A556-07DD1C6DE171}"/>
              </a:ext>
            </a:extLst>
          </p:cNvPr>
          <p:cNvCxnSpPr>
            <a:cxnSpLocks/>
          </p:cNvCxnSpPr>
          <p:nvPr/>
        </p:nvCxnSpPr>
        <p:spPr>
          <a:xfrm>
            <a:off x="2325815" y="4542642"/>
            <a:ext cx="444629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D070E94-AE7E-2E76-6D1D-F25AC518007A}"/>
              </a:ext>
            </a:extLst>
          </p:cNvPr>
          <p:cNvGrpSpPr/>
          <p:nvPr/>
        </p:nvGrpSpPr>
        <p:grpSpPr>
          <a:xfrm>
            <a:off x="238680" y="2472191"/>
            <a:ext cx="4174272" cy="4174272"/>
            <a:chOff x="2405072" y="4151900"/>
            <a:chExt cx="2160000" cy="2160000"/>
          </a:xfrm>
        </p:grpSpPr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7FAD4A41-7030-F92D-6324-875B65AA2F0F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flipV="1">
              <a:off x="3485072" y="4151900"/>
              <a:ext cx="0" cy="108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B18AB286-5838-CD9C-4379-DA176B856C0C}"/>
                </a:ext>
              </a:extLst>
            </p:cNvPr>
            <p:cNvSpPr/>
            <p:nvPr/>
          </p:nvSpPr>
          <p:spPr>
            <a:xfrm>
              <a:off x="2405072" y="4151900"/>
              <a:ext cx="2160000" cy="21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5AB06CC-0D98-064C-E82D-DBBE0DB8420A}"/>
              </a:ext>
            </a:extLst>
          </p:cNvPr>
          <p:cNvCxnSpPr>
            <a:cxnSpLocks/>
          </p:cNvCxnSpPr>
          <p:nvPr/>
        </p:nvCxnSpPr>
        <p:spPr>
          <a:xfrm flipV="1">
            <a:off x="6772108" y="3733797"/>
            <a:ext cx="1920832" cy="817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楕円 14">
            <a:extLst>
              <a:ext uri="{FF2B5EF4-FFF2-40B4-BE49-F238E27FC236}">
                <a16:creationId xmlns:a16="http://schemas.microsoft.com/office/drawing/2014/main" id="{8C34F363-5356-724D-AA51-79B8D5CB9D54}"/>
              </a:ext>
            </a:extLst>
          </p:cNvPr>
          <p:cNvSpPr/>
          <p:nvPr/>
        </p:nvSpPr>
        <p:spPr>
          <a:xfrm>
            <a:off x="4684972" y="2463800"/>
            <a:ext cx="4174272" cy="4174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89EF324-F921-7380-87EC-8C57C8235C53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2325815" y="2472191"/>
            <a:ext cx="6367124" cy="126160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5D892EC-859B-0ABC-78F7-E5414AFFF609}"/>
              </a:ext>
            </a:extLst>
          </p:cNvPr>
          <p:cNvCxnSpPr>
            <a:cxnSpLocks/>
          </p:cNvCxnSpPr>
          <p:nvPr/>
        </p:nvCxnSpPr>
        <p:spPr>
          <a:xfrm flipV="1">
            <a:off x="6772107" y="2472191"/>
            <a:ext cx="4919593" cy="207045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DEBAF1B4-DADC-FB66-D860-AD4CF2DA3941}"/>
              </a:ext>
            </a:extLst>
          </p:cNvPr>
          <p:cNvCxnSpPr>
            <a:cxnSpLocks/>
          </p:cNvCxnSpPr>
          <p:nvPr/>
        </p:nvCxnSpPr>
        <p:spPr>
          <a:xfrm>
            <a:off x="2055715" y="1140280"/>
            <a:ext cx="4560515" cy="45824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315E9616-E900-39F8-7817-1A464D2FC2CF}"/>
              </a:ext>
            </a:extLst>
          </p:cNvPr>
          <p:cNvCxnSpPr>
            <a:cxnSpLocks/>
          </p:cNvCxnSpPr>
          <p:nvPr/>
        </p:nvCxnSpPr>
        <p:spPr>
          <a:xfrm flipV="1">
            <a:off x="4548961" y="3107267"/>
            <a:ext cx="957565" cy="1435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コネクタ 143">
            <a:extLst>
              <a:ext uri="{FF2B5EF4-FFF2-40B4-BE49-F238E27FC236}">
                <a16:creationId xmlns:a16="http://schemas.microsoft.com/office/drawing/2014/main" id="{55417769-5A63-51AB-04C1-4EA7103D7837}"/>
              </a:ext>
            </a:extLst>
          </p:cNvPr>
          <p:cNvCxnSpPr>
            <a:cxnSpLocks/>
          </p:cNvCxnSpPr>
          <p:nvPr/>
        </p:nvCxnSpPr>
        <p:spPr>
          <a:xfrm flipV="1">
            <a:off x="5662733" y="3429000"/>
            <a:ext cx="1408771" cy="1109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3C50B84B-76E5-42F9-3D2D-64453DA09DAE}"/>
              </a:ext>
            </a:extLst>
          </p:cNvPr>
          <p:cNvCxnSpPr>
            <a:cxnSpLocks/>
          </p:cNvCxnSpPr>
          <p:nvPr/>
        </p:nvCxnSpPr>
        <p:spPr>
          <a:xfrm flipV="1">
            <a:off x="3446012" y="2794000"/>
            <a:ext cx="469444" cy="1752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コネクタ 171">
            <a:extLst>
              <a:ext uri="{FF2B5EF4-FFF2-40B4-BE49-F238E27FC236}">
                <a16:creationId xmlns:a16="http://schemas.microsoft.com/office/drawing/2014/main" id="{46B1274F-24F1-7202-062C-57D161367523}"/>
              </a:ext>
            </a:extLst>
          </p:cNvPr>
          <p:cNvCxnSpPr>
            <a:cxnSpLocks/>
          </p:cNvCxnSpPr>
          <p:nvPr/>
        </p:nvCxnSpPr>
        <p:spPr>
          <a:xfrm flipV="1">
            <a:off x="6215245" y="3598333"/>
            <a:ext cx="1625289" cy="940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B91F073C-B9E2-6D39-3056-B40E4E26DEBD}"/>
              </a:ext>
            </a:extLst>
          </p:cNvPr>
          <p:cNvCxnSpPr>
            <a:cxnSpLocks/>
          </p:cNvCxnSpPr>
          <p:nvPr/>
        </p:nvCxnSpPr>
        <p:spPr>
          <a:xfrm flipV="1">
            <a:off x="5102536" y="3251200"/>
            <a:ext cx="1198485" cy="1285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コネクタ 178">
            <a:extLst>
              <a:ext uri="{FF2B5EF4-FFF2-40B4-BE49-F238E27FC236}">
                <a16:creationId xmlns:a16="http://schemas.microsoft.com/office/drawing/2014/main" id="{5631E4EA-FD23-4B36-50E8-AF1F6BFFD69E}"/>
              </a:ext>
            </a:extLst>
          </p:cNvPr>
          <p:cNvCxnSpPr>
            <a:cxnSpLocks/>
          </p:cNvCxnSpPr>
          <p:nvPr/>
        </p:nvCxnSpPr>
        <p:spPr>
          <a:xfrm flipV="1">
            <a:off x="3984823" y="2954867"/>
            <a:ext cx="717028" cy="1588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コネクタ 180">
            <a:extLst>
              <a:ext uri="{FF2B5EF4-FFF2-40B4-BE49-F238E27FC236}">
                <a16:creationId xmlns:a16="http://schemas.microsoft.com/office/drawing/2014/main" id="{52DDC2F3-86C0-D360-4B06-42BDC666147E}"/>
              </a:ext>
            </a:extLst>
          </p:cNvPr>
          <p:cNvCxnSpPr>
            <a:cxnSpLocks/>
          </p:cNvCxnSpPr>
          <p:nvPr/>
        </p:nvCxnSpPr>
        <p:spPr>
          <a:xfrm flipV="1">
            <a:off x="2881598" y="2607733"/>
            <a:ext cx="241885" cy="1916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コネクタ 182">
            <a:extLst>
              <a:ext uri="{FF2B5EF4-FFF2-40B4-BE49-F238E27FC236}">
                <a16:creationId xmlns:a16="http://schemas.microsoft.com/office/drawing/2014/main" id="{80CDA82C-3A4B-FF72-F748-FE76E214F451}"/>
              </a:ext>
            </a:extLst>
          </p:cNvPr>
          <p:cNvCxnSpPr>
            <a:cxnSpLocks/>
          </p:cNvCxnSpPr>
          <p:nvPr/>
        </p:nvCxnSpPr>
        <p:spPr>
          <a:xfrm>
            <a:off x="2340158" y="3511552"/>
            <a:ext cx="5399481" cy="64095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コネクタ 184">
            <a:extLst>
              <a:ext uri="{FF2B5EF4-FFF2-40B4-BE49-F238E27FC236}">
                <a16:creationId xmlns:a16="http://schemas.microsoft.com/office/drawing/2014/main" id="{DEE4A75C-698A-4693-9965-7CBFF9FE2A64}"/>
              </a:ext>
            </a:extLst>
          </p:cNvPr>
          <p:cNvCxnSpPr>
            <a:cxnSpLocks/>
          </p:cNvCxnSpPr>
          <p:nvPr/>
        </p:nvCxnSpPr>
        <p:spPr>
          <a:xfrm>
            <a:off x="2325815" y="4028315"/>
            <a:ext cx="4939148" cy="32334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コネクタ 186">
            <a:extLst>
              <a:ext uri="{FF2B5EF4-FFF2-40B4-BE49-F238E27FC236}">
                <a16:creationId xmlns:a16="http://schemas.microsoft.com/office/drawing/2014/main" id="{68CD67CA-5043-F446-2A7E-78EBBD9F1E42}"/>
              </a:ext>
            </a:extLst>
          </p:cNvPr>
          <p:cNvCxnSpPr>
            <a:cxnSpLocks/>
          </p:cNvCxnSpPr>
          <p:nvPr/>
        </p:nvCxnSpPr>
        <p:spPr>
          <a:xfrm>
            <a:off x="2340158" y="3000420"/>
            <a:ext cx="5874202" cy="9315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8297C869-30DD-BB4D-9EE8-A8221ADE651C}"/>
              </a:ext>
            </a:extLst>
          </p:cNvPr>
          <p:cNvGrpSpPr/>
          <p:nvPr/>
        </p:nvGrpSpPr>
        <p:grpSpPr>
          <a:xfrm rot="9434317">
            <a:off x="10121482" y="187099"/>
            <a:ext cx="2059056" cy="729506"/>
            <a:chOff x="2667000" y="730994"/>
            <a:chExt cx="3282950" cy="729506"/>
          </a:xfrm>
        </p:grpSpPr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C170EF6C-C415-6D67-2791-3E3199852F6F}"/>
                </a:ext>
              </a:extLst>
            </p:cNvPr>
            <p:cNvGrpSpPr/>
            <p:nvPr/>
          </p:nvGrpSpPr>
          <p:grpSpPr>
            <a:xfrm>
              <a:off x="2667000" y="730994"/>
              <a:ext cx="3282950" cy="729506"/>
              <a:chOff x="2667000" y="730994"/>
              <a:chExt cx="3282950" cy="729506"/>
            </a:xfrm>
          </p:grpSpPr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85A0605C-F283-9D0D-27F4-C4493697E556}"/>
                  </a:ext>
                </a:extLst>
              </p:cNvPr>
              <p:cNvGrpSpPr/>
              <p:nvPr/>
            </p:nvGrpSpPr>
            <p:grpSpPr>
              <a:xfrm>
                <a:off x="2667000" y="730994"/>
                <a:ext cx="3282950" cy="729506"/>
                <a:chOff x="2667000" y="730994"/>
                <a:chExt cx="3282950" cy="729506"/>
              </a:xfrm>
            </p:grpSpPr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CEBEE387-5A18-6257-6941-166E32515C58}"/>
                    </a:ext>
                  </a:extLst>
                </p:cNvPr>
                <p:cNvSpPr/>
                <p:nvPr/>
              </p:nvSpPr>
              <p:spPr>
                <a:xfrm>
                  <a:off x="2667000" y="730994"/>
                  <a:ext cx="3282950" cy="72950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30" name="直線コネクタ 29">
                  <a:extLst>
                    <a:ext uri="{FF2B5EF4-FFF2-40B4-BE49-F238E27FC236}">
                      <a16:creationId xmlns:a16="http://schemas.microsoft.com/office/drawing/2014/main" id="{F95B9CD6-6860-E5C5-E860-F5C38AB6D1F4}"/>
                    </a:ext>
                  </a:extLst>
                </p:cNvPr>
                <p:cNvCxnSpPr>
                  <a:stCxn id="29" idx="2"/>
                  <a:endCxn id="29" idx="0"/>
                </p:cNvCxnSpPr>
                <p:nvPr/>
              </p:nvCxnSpPr>
              <p:spPr>
                <a:xfrm flipV="1">
                  <a:off x="4308475" y="730994"/>
                  <a:ext cx="0" cy="72950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620E96FE-C871-3DA8-354E-D141873848B2}"/>
                  </a:ext>
                </a:extLst>
              </p:cNvPr>
              <p:cNvCxnSpPr/>
              <p:nvPr/>
            </p:nvCxnSpPr>
            <p:spPr>
              <a:xfrm flipV="1">
                <a:off x="3487738" y="730994"/>
                <a:ext cx="0" cy="7295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623B9DAD-8653-CA59-6B6E-D133C6CB5214}"/>
                  </a:ext>
                </a:extLst>
              </p:cNvPr>
              <p:cNvCxnSpPr/>
              <p:nvPr/>
            </p:nvCxnSpPr>
            <p:spPr>
              <a:xfrm flipV="1">
                <a:off x="5129212" y="730994"/>
                <a:ext cx="0" cy="7295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BB664E5B-B32E-02AA-B2BC-ADF3C881CA99}"/>
                </a:ext>
              </a:extLst>
            </p:cNvPr>
            <p:cNvCxnSpPr/>
            <p:nvPr/>
          </p:nvCxnSpPr>
          <p:spPr>
            <a:xfrm flipV="1">
              <a:off x="3077368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BA464307-F105-59BA-AA09-43E24F84207B}"/>
                </a:ext>
              </a:extLst>
            </p:cNvPr>
            <p:cNvCxnSpPr/>
            <p:nvPr/>
          </p:nvCxnSpPr>
          <p:spPr>
            <a:xfrm flipV="1">
              <a:off x="3898104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101F0B20-9F01-0BC5-BC32-B2EBE39BC690}"/>
                </a:ext>
              </a:extLst>
            </p:cNvPr>
            <p:cNvCxnSpPr/>
            <p:nvPr/>
          </p:nvCxnSpPr>
          <p:spPr>
            <a:xfrm flipV="1">
              <a:off x="4718838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E507D18B-8929-13DF-7F31-4F0792C388A7}"/>
                </a:ext>
              </a:extLst>
            </p:cNvPr>
            <p:cNvCxnSpPr/>
            <p:nvPr/>
          </p:nvCxnSpPr>
          <p:spPr>
            <a:xfrm flipV="1">
              <a:off x="5539574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楕円 32">
            <a:extLst>
              <a:ext uri="{FF2B5EF4-FFF2-40B4-BE49-F238E27FC236}">
                <a16:creationId xmlns:a16="http://schemas.microsoft.com/office/drawing/2014/main" id="{AB4F940D-3390-0E77-2CFB-15E899A87EB2}"/>
              </a:ext>
            </a:extLst>
          </p:cNvPr>
          <p:cNvSpPr/>
          <p:nvPr/>
        </p:nvSpPr>
        <p:spPr>
          <a:xfrm>
            <a:off x="3568477" y="2635874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2409965D-1F7F-FF63-BDFE-32EF027A1737}"/>
              </a:ext>
            </a:extLst>
          </p:cNvPr>
          <p:cNvSpPr/>
          <p:nvPr/>
        </p:nvSpPr>
        <p:spPr>
          <a:xfrm>
            <a:off x="4110720" y="3203004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6BECA653-8F47-5AE4-D293-D225A5994E89}"/>
              </a:ext>
            </a:extLst>
          </p:cNvPr>
          <p:cNvSpPr/>
          <p:nvPr/>
        </p:nvSpPr>
        <p:spPr>
          <a:xfrm>
            <a:off x="4597651" y="3707315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1140C934-FA07-6332-744D-79E7E04824C7}"/>
              </a:ext>
            </a:extLst>
          </p:cNvPr>
          <p:cNvSpPr/>
          <p:nvPr/>
        </p:nvSpPr>
        <p:spPr>
          <a:xfrm>
            <a:off x="5008582" y="4116292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47CE0665-99D6-FF5D-31FC-A4111C8E9B66}"/>
              </a:ext>
            </a:extLst>
          </p:cNvPr>
          <p:cNvSpPr/>
          <p:nvPr/>
        </p:nvSpPr>
        <p:spPr>
          <a:xfrm>
            <a:off x="5371106" y="4470517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0900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4A5A0-8A3E-F3A0-611B-4027E5A6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77D2EAD-3246-01E1-62AE-7813D5ABF5C0}"/>
              </a:ext>
            </a:extLst>
          </p:cNvPr>
          <p:cNvCxnSpPr>
            <a:cxnSpLocks/>
          </p:cNvCxnSpPr>
          <p:nvPr/>
        </p:nvCxnSpPr>
        <p:spPr>
          <a:xfrm>
            <a:off x="2325815" y="4542642"/>
            <a:ext cx="444629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EE831C9D-2041-2461-ABF8-E1B2A149C284}"/>
              </a:ext>
            </a:extLst>
          </p:cNvPr>
          <p:cNvGrpSpPr/>
          <p:nvPr/>
        </p:nvGrpSpPr>
        <p:grpSpPr>
          <a:xfrm>
            <a:off x="238680" y="2472191"/>
            <a:ext cx="4174272" cy="4174272"/>
            <a:chOff x="2405072" y="4151900"/>
            <a:chExt cx="2160000" cy="2160000"/>
          </a:xfrm>
        </p:grpSpPr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FC36FABA-821F-D60D-4E7F-A56FE4DB2D38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flipV="1">
              <a:off x="3485072" y="4151900"/>
              <a:ext cx="0" cy="108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517974F7-DAF0-4983-B85A-4FD863236D00}"/>
                </a:ext>
              </a:extLst>
            </p:cNvPr>
            <p:cNvSpPr/>
            <p:nvPr/>
          </p:nvSpPr>
          <p:spPr>
            <a:xfrm>
              <a:off x="2405072" y="4151900"/>
              <a:ext cx="2160000" cy="21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A5E5E6F8-1F7E-67C1-E74F-BECC09EA9A4C}"/>
              </a:ext>
            </a:extLst>
          </p:cNvPr>
          <p:cNvCxnSpPr>
            <a:cxnSpLocks/>
          </p:cNvCxnSpPr>
          <p:nvPr/>
        </p:nvCxnSpPr>
        <p:spPr>
          <a:xfrm flipV="1">
            <a:off x="6772108" y="3733797"/>
            <a:ext cx="1920832" cy="817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楕円 14">
            <a:extLst>
              <a:ext uri="{FF2B5EF4-FFF2-40B4-BE49-F238E27FC236}">
                <a16:creationId xmlns:a16="http://schemas.microsoft.com/office/drawing/2014/main" id="{D96A935E-15BC-A6FF-8C55-64BEE1294031}"/>
              </a:ext>
            </a:extLst>
          </p:cNvPr>
          <p:cNvSpPr/>
          <p:nvPr/>
        </p:nvSpPr>
        <p:spPr>
          <a:xfrm>
            <a:off x="4684972" y="2463800"/>
            <a:ext cx="4174272" cy="4174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1F92765F-0A8D-346E-CF87-DB637619EC49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2325815" y="2472191"/>
            <a:ext cx="6367124" cy="126160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2A25A265-0736-B5E3-41A0-1FC5C2A84E44}"/>
              </a:ext>
            </a:extLst>
          </p:cNvPr>
          <p:cNvCxnSpPr>
            <a:cxnSpLocks/>
          </p:cNvCxnSpPr>
          <p:nvPr/>
        </p:nvCxnSpPr>
        <p:spPr>
          <a:xfrm flipV="1">
            <a:off x="6772107" y="2472191"/>
            <a:ext cx="4919593" cy="207045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D39A6EC9-191B-E877-7F5D-2744C4EB78DA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2325817" y="2472191"/>
            <a:ext cx="936588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4413073A-0F49-D4DB-FEDC-CF63917099E9}"/>
              </a:ext>
            </a:extLst>
          </p:cNvPr>
          <p:cNvCxnSpPr>
            <a:cxnSpLocks/>
          </p:cNvCxnSpPr>
          <p:nvPr/>
        </p:nvCxnSpPr>
        <p:spPr>
          <a:xfrm flipV="1">
            <a:off x="4548961" y="2472191"/>
            <a:ext cx="2473016" cy="2070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コネクタ 143">
            <a:extLst>
              <a:ext uri="{FF2B5EF4-FFF2-40B4-BE49-F238E27FC236}">
                <a16:creationId xmlns:a16="http://schemas.microsoft.com/office/drawing/2014/main" id="{EC1BB1A0-E063-6478-B2B7-3CB6D305FC0D}"/>
              </a:ext>
            </a:extLst>
          </p:cNvPr>
          <p:cNvCxnSpPr>
            <a:cxnSpLocks/>
          </p:cNvCxnSpPr>
          <p:nvPr/>
        </p:nvCxnSpPr>
        <p:spPr>
          <a:xfrm flipV="1">
            <a:off x="5662733" y="2472191"/>
            <a:ext cx="3694119" cy="2066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C62AD1E3-C22C-F932-0BFB-686E9A5AF146}"/>
              </a:ext>
            </a:extLst>
          </p:cNvPr>
          <p:cNvCxnSpPr>
            <a:cxnSpLocks/>
          </p:cNvCxnSpPr>
          <p:nvPr/>
        </p:nvCxnSpPr>
        <p:spPr>
          <a:xfrm flipV="1">
            <a:off x="3446012" y="2489295"/>
            <a:ext cx="1238959" cy="2057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7B679FB3-B9FC-2FBF-567C-34CA9F8FA8AD}"/>
              </a:ext>
            </a:extLst>
          </p:cNvPr>
          <p:cNvGrpSpPr/>
          <p:nvPr/>
        </p:nvGrpSpPr>
        <p:grpSpPr>
          <a:xfrm>
            <a:off x="3273081" y="371165"/>
            <a:ext cx="9339363" cy="729506"/>
            <a:chOff x="2667000" y="730994"/>
            <a:chExt cx="3282950" cy="729506"/>
          </a:xfrm>
        </p:grpSpPr>
        <p:grpSp>
          <p:nvGrpSpPr>
            <p:cNvPr id="157" name="グループ化 156">
              <a:extLst>
                <a:ext uri="{FF2B5EF4-FFF2-40B4-BE49-F238E27FC236}">
                  <a16:creationId xmlns:a16="http://schemas.microsoft.com/office/drawing/2014/main" id="{08D1F9C9-84F1-93A2-DC5D-80F23F3EBEF3}"/>
                </a:ext>
              </a:extLst>
            </p:cNvPr>
            <p:cNvGrpSpPr/>
            <p:nvPr/>
          </p:nvGrpSpPr>
          <p:grpSpPr>
            <a:xfrm>
              <a:off x="2667000" y="730994"/>
              <a:ext cx="3282950" cy="729506"/>
              <a:chOff x="2667000" y="730994"/>
              <a:chExt cx="3282950" cy="729506"/>
            </a:xfrm>
          </p:grpSpPr>
          <p:grpSp>
            <p:nvGrpSpPr>
              <p:cNvPr id="162" name="グループ化 161">
                <a:extLst>
                  <a:ext uri="{FF2B5EF4-FFF2-40B4-BE49-F238E27FC236}">
                    <a16:creationId xmlns:a16="http://schemas.microsoft.com/office/drawing/2014/main" id="{FEF02C89-7356-6589-E667-4C2C3A15EFF6}"/>
                  </a:ext>
                </a:extLst>
              </p:cNvPr>
              <p:cNvGrpSpPr/>
              <p:nvPr/>
            </p:nvGrpSpPr>
            <p:grpSpPr>
              <a:xfrm>
                <a:off x="2667000" y="730994"/>
                <a:ext cx="3282950" cy="729506"/>
                <a:chOff x="2667000" y="730994"/>
                <a:chExt cx="3282950" cy="729506"/>
              </a:xfrm>
            </p:grpSpPr>
            <p:sp>
              <p:nvSpPr>
                <p:cNvPr id="165" name="正方形/長方形 164">
                  <a:extLst>
                    <a:ext uri="{FF2B5EF4-FFF2-40B4-BE49-F238E27FC236}">
                      <a16:creationId xmlns:a16="http://schemas.microsoft.com/office/drawing/2014/main" id="{F53F09B5-5C90-21FE-8C92-E9738FB96EB5}"/>
                    </a:ext>
                  </a:extLst>
                </p:cNvPr>
                <p:cNvSpPr/>
                <p:nvPr/>
              </p:nvSpPr>
              <p:spPr>
                <a:xfrm>
                  <a:off x="2667000" y="730994"/>
                  <a:ext cx="3282950" cy="72950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66" name="直線コネクタ 165">
                  <a:extLst>
                    <a:ext uri="{FF2B5EF4-FFF2-40B4-BE49-F238E27FC236}">
                      <a16:creationId xmlns:a16="http://schemas.microsoft.com/office/drawing/2014/main" id="{51A09835-D8C8-D430-38F7-3779D964C1A6}"/>
                    </a:ext>
                  </a:extLst>
                </p:cNvPr>
                <p:cNvCxnSpPr>
                  <a:stCxn id="165" idx="2"/>
                  <a:endCxn id="165" idx="0"/>
                </p:cNvCxnSpPr>
                <p:nvPr/>
              </p:nvCxnSpPr>
              <p:spPr>
                <a:xfrm flipV="1">
                  <a:off x="4308475" y="730994"/>
                  <a:ext cx="0" cy="72950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直線コネクタ 162">
                <a:extLst>
                  <a:ext uri="{FF2B5EF4-FFF2-40B4-BE49-F238E27FC236}">
                    <a16:creationId xmlns:a16="http://schemas.microsoft.com/office/drawing/2014/main" id="{1F79F9C3-1806-E71D-EE49-5D75909EF366}"/>
                  </a:ext>
                </a:extLst>
              </p:cNvPr>
              <p:cNvCxnSpPr/>
              <p:nvPr/>
            </p:nvCxnSpPr>
            <p:spPr>
              <a:xfrm flipV="1">
                <a:off x="3487738" y="730994"/>
                <a:ext cx="0" cy="7295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線コネクタ 163">
                <a:extLst>
                  <a:ext uri="{FF2B5EF4-FFF2-40B4-BE49-F238E27FC236}">
                    <a16:creationId xmlns:a16="http://schemas.microsoft.com/office/drawing/2014/main" id="{C02ED9AD-F8EC-C727-F84C-1C9CE1D0DE17}"/>
                  </a:ext>
                </a:extLst>
              </p:cNvPr>
              <p:cNvCxnSpPr/>
              <p:nvPr/>
            </p:nvCxnSpPr>
            <p:spPr>
              <a:xfrm flipV="1">
                <a:off x="5129212" y="730994"/>
                <a:ext cx="0" cy="7295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318B4DD1-0F1D-5EFC-70D8-4F871487AB32}"/>
                </a:ext>
              </a:extLst>
            </p:cNvPr>
            <p:cNvCxnSpPr/>
            <p:nvPr/>
          </p:nvCxnSpPr>
          <p:spPr>
            <a:xfrm flipV="1">
              <a:off x="3077368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5B2B02A2-70A3-B227-9CCD-AFE2A88299DD}"/>
                </a:ext>
              </a:extLst>
            </p:cNvPr>
            <p:cNvCxnSpPr/>
            <p:nvPr/>
          </p:nvCxnSpPr>
          <p:spPr>
            <a:xfrm flipV="1">
              <a:off x="3898104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コネクタ 159">
              <a:extLst>
                <a:ext uri="{FF2B5EF4-FFF2-40B4-BE49-F238E27FC236}">
                  <a16:creationId xmlns:a16="http://schemas.microsoft.com/office/drawing/2014/main" id="{915A34B1-A947-B970-75FA-8AFD042FE630}"/>
                </a:ext>
              </a:extLst>
            </p:cNvPr>
            <p:cNvCxnSpPr/>
            <p:nvPr/>
          </p:nvCxnSpPr>
          <p:spPr>
            <a:xfrm flipV="1">
              <a:off x="4718838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線コネクタ 160">
              <a:extLst>
                <a:ext uri="{FF2B5EF4-FFF2-40B4-BE49-F238E27FC236}">
                  <a16:creationId xmlns:a16="http://schemas.microsoft.com/office/drawing/2014/main" id="{77ED9767-332F-9FB8-915F-03EFB92F11B8}"/>
                </a:ext>
              </a:extLst>
            </p:cNvPr>
            <p:cNvCxnSpPr/>
            <p:nvPr/>
          </p:nvCxnSpPr>
          <p:spPr>
            <a:xfrm flipV="1">
              <a:off x="5539574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2" name="直線コネクタ 171">
            <a:extLst>
              <a:ext uri="{FF2B5EF4-FFF2-40B4-BE49-F238E27FC236}">
                <a16:creationId xmlns:a16="http://schemas.microsoft.com/office/drawing/2014/main" id="{C32F51E3-D13F-BB17-36A6-71BF3D3B8FA2}"/>
              </a:ext>
            </a:extLst>
          </p:cNvPr>
          <p:cNvCxnSpPr>
            <a:cxnSpLocks/>
          </p:cNvCxnSpPr>
          <p:nvPr/>
        </p:nvCxnSpPr>
        <p:spPr>
          <a:xfrm flipV="1">
            <a:off x="6215245" y="2482850"/>
            <a:ext cx="4283964" cy="2055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2B8C3431-C925-D3D9-8FF9-98C1B2B2D56D}"/>
              </a:ext>
            </a:extLst>
          </p:cNvPr>
          <p:cNvCxnSpPr>
            <a:cxnSpLocks/>
          </p:cNvCxnSpPr>
          <p:nvPr/>
        </p:nvCxnSpPr>
        <p:spPr>
          <a:xfrm flipV="1">
            <a:off x="5102536" y="2482850"/>
            <a:ext cx="3086881" cy="2054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コネクタ 178">
            <a:extLst>
              <a:ext uri="{FF2B5EF4-FFF2-40B4-BE49-F238E27FC236}">
                <a16:creationId xmlns:a16="http://schemas.microsoft.com/office/drawing/2014/main" id="{7C08D644-28E7-C2BB-65CF-7B1923ACEFE8}"/>
              </a:ext>
            </a:extLst>
          </p:cNvPr>
          <p:cNvCxnSpPr>
            <a:cxnSpLocks/>
          </p:cNvCxnSpPr>
          <p:nvPr/>
        </p:nvCxnSpPr>
        <p:spPr>
          <a:xfrm flipV="1">
            <a:off x="3984823" y="2489295"/>
            <a:ext cx="1869763" cy="2054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コネクタ 180">
            <a:extLst>
              <a:ext uri="{FF2B5EF4-FFF2-40B4-BE49-F238E27FC236}">
                <a16:creationId xmlns:a16="http://schemas.microsoft.com/office/drawing/2014/main" id="{D6B9C3BD-7A83-EA1F-9440-E4449D79DE0B}"/>
              </a:ext>
            </a:extLst>
          </p:cNvPr>
          <p:cNvCxnSpPr>
            <a:cxnSpLocks/>
          </p:cNvCxnSpPr>
          <p:nvPr/>
        </p:nvCxnSpPr>
        <p:spPr>
          <a:xfrm flipV="1">
            <a:off x="2881598" y="2482850"/>
            <a:ext cx="635934" cy="204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コネクタ 182">
            <a:extLst>
              <a:ext uri="{FF2B5EF4-FFF2-40B4-BE49-F238E27FC236}">
                <a16:creationId xmlns:a16="http://schemas.microsoft.com/office/drawing/2014/main" id="{795DCE6A-5D1D-6D0A-4F15-D533B556DB7E}"/>
              </a:ext>
            </a:extLst>
          </p:cNvPr>
          <p:cNvCxnSpPr>
            <a:cxnSpLocks/>
          </p:cNvCxnSpPr>
          <p:nvPr/>
        </p:nvCxnSpPr>
        <p:spPr>
          <a:xfrm>
            <a:off x="2340158" y="3511552"/>
            <a:ext cx="686734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コネクタ 184">
            <a:extLst>
              <a:ext uri="{FF2B5EF4-FFF2-40B4-BE49-F238E27FC236}">
                <a16:creationId xmlns:a16="http://schemas.microsoft.com/office/drawing/2014/main" id="{1083AA58-BC31-CCB0-7551-5C36683CC75A}"/>
              </a:ext>
            </a:extLst>
          </p:cNvPr>
          <p:cNvCxnSpPr>
            <a:cxnSpLocks/>
          </p:cNvCxnSpPr>
          <p:nvPr/>
        </p:nvCxnSpPr>
        <p:spPr>
          <a:xfrm>
            <a:off x="2325815" y="4028315"/>
            <a:ext cx="567518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コネクタ 186">
            <a:extLst>
              <a:ext uri="{FF2B5EF4-FFF2-40B4-BE49-F238E27FC236}">
                <a16:creationId xmlns:a16="http://schemas.microsoft.com/office/drawing/2014/main" id="{3620C7B6-91E7-0985-1192-54C0DB99B08E}"/>
              </a:ext>
            </a:extLst>
          </p:cNvPr>
          <p:cNvCxnSpPr>
            <a:cxnSpLocks/>
          </p:cNvCxnSpPr>
          <p:nvPr/>
        </p:nvCxnSpPr>
        <p:spPr>
          <a:xfrm>
            <a:off x="2340158" y="3000420"/>
            <a:ext cx="802304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66B8CB86-7C1D-CE4B-FB68-E05B33F6D919}"/>
              </a:ext>
            </a:extLst>
          </p:cNvPr>
          <p:cNvCxnSpPr>
            <a:cxnSpLocks/>
          </p:cNvCxnSpPr>
          <p:nvPr/>
        </p:nvCxnSpPr>
        <p:spPr>
          <a:xfrm>
            <a:off x="2055715" y="1140280"/>
            <a:ext cx="4560515" cy="45824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F35B12F8-4CB1-C6FD-FE61-13EF4BFA9429}"/>
              </a:ext>
            </a:extLst>
          </p:cNvPr>
          <p:cNvSpPr/>
          <p:nvPr/>
        </p:nvSpPr>
        <p:spPr>
          <a:xfrm>
            <a:off x="3290134" y="2377016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7870025-5075-78BE-776B-39647CE92966}"/>
              </a:ext>
            </a:extLst>
          </p:cNvPr>
          <p:cNvSpPr/>
          <p:nvPr/>
        </p:nvSpPr>
        <p:spPr>
          <a:xfrm>
            <a:off x="3791724" y="2910442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998CF58B-4BE9-5106-8C45-64D12C705D60}"/>
              </a:ext>
            </a:extLst>
          </p:cNvPr>
          <p:cNvSpPr/>
          <p:nvPr/>
        </p:nvSpPr>
        <p:spPr>
          <a:xfrm>
            <a:off x="4302623" y="3419082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01DEB121-8299-C042-89E6-8C4BDE121A40}"/>
              </a:ext>
            </a:extLst>
          </p:cNvPr>
          <p:cNvSpPr/>
          <p:nvPr/>
        </p:nvSpPr>
        <p:spPr>
          <a:xfrm>
            <a:off x="4824854" y="3927018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9F1D20C2-5A13-E544-AF09-5E665BA7531D}"/>
              </a:ext>
            </a:extLst>
          </p:cNvPr>
          <p:cNvSpPr/>
          <p:nvPr/>
        </p:nvSpPr>
        <p:spPr>
          <a:xfrm>
            <a:off x="5343128" y="4450241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7644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22BB968-A3FC-DAEE-D234-9EEB17E42028}"/>
              </a:ext>
            </a:extLst>
          </p:cNvPr>
          <p:cNvCxnSpPr>
            <a:cxnSpLocks/>
          </p:cNvCxnSpPr>
          <p:nvPr/>
        </p:nvCxnSpPr>
        <p:spPr>
          <a:xfrm>
            <a:off x="2325815" y="4542642"/>
            <a:ext cx="444629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34B3229-9431-CC77-5D18-AF865590023F}"/>
              </a:ext>
            </a:extLst>
          </p:cNvPr>
          <p:cNvGrpSpPr/>
          <p:nvPr/>
        </p:nvGrpSpPr>
        <p:grpSpPr>
          <a:xfrm>
            <a:off x="238680" y="2472191"/>
            <a:ext cx="4174272" cy="4174272"/>
            <a:chOff x="2405072" y="4151900"/>
            <a:chExt cx="2160000" cy="2160000"/>
          </a:xfrm>
        </p:grpSpPr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92B72580-F2F5-6920-3262-D9A4AD803C15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flipV="1">
              <a:off x="3485072" y="4151900"/>
              <a:ext cx="0" cy="108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E1988A39-2FBB-C187-262B-5E14B7C527A4}"/>
                </a:ext>
              </a:extLst>
            </p:cNvPr>
            <p:cNvSpPr/>
            <p:nvPr/>
          </p:nvSpPr>
          <p:spPr>
            <a:xfrm>
              <a:off x="2405072" y="4151900"/>
              <a:ext cx="2160000" cy="21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8491642-3507-7417-4F5F-DE08327A9FF6}"/>
              </a:ext>
            </a:extLst>
          </p:cNvPr>
          <p:cNvCxnSpPr>
            <a:cxnSpLocks/>
          </p:cNvCxnSpPr>
          <p:nvPr/>
        </p:nvCxnSpPr>
        <p:spPr>
          <a:xfrm flipV="1">
            <a:off x="6772108" y="3733797"/>
            <a:ext cx="1920832" cy="817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楕円 14">
            <a:extLst>
              <a:ext uri="{FF2B5EF4-FFF2-40B4-BE49-F238E27FC236}">
                <a16:creationId xmlns:a16="http://schemas.microsoft.com/office/drawing/2014/main" id="{3A54DBC6-CB8C-CD92-A00B-F8F2A99E585E}"/>
              </a:ext>
            </a:extLst>
          </p:cNvPr>
          <p:cNvSpPr/>
          <p:nvPr/>
        </p:nvSpPr>
        <p:spPr>
          <a:xfrm>
            <a:off x="4684972" y="2463800"/>
            <a:ext cx="4174272" cy="4174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956750A-43DD-8BB1-035A-4727003D4AB7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2325815" y="2472191"/>
            <a:ext cx="6367124" cy="126160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21A2BDCB-552D-3328-1165-4259168325F1}"/>
              </a:ext>
            </a:extLst>
          </p:cNvPr>
          <p:cNvCxnSpPr>
            <a:cxnSpLocks/>
          </p:cNvCxnSpPr>
          <p:nvPr/>
        </p:nvCxnSpPr>
        <p:spPr>
          <a:xfrm flipV="1">
            <a:off x="6772107" y="2472191"/>
            <a:ext cx="4919593" cy="207045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DCCC0BD3-F5CB-0FC9-72C8-779DD74D8C3F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2325817" y="2472191"/>
            <a:ext cx="936588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1A1346E2-8A1E-B400-994D-3327674E4C6A}"/>
              </a:ext>
            </a:extLst>
          </p:cNvPr>
          <p:cNvCxnSpPr>
            <a:cxnSpLocks/>
          </p:cNvCxnSpPr>
          <p:nvPr/>
        </p:nvCxnSpPr>
        <p:spPr>
          <a:xfrm>
            <a:off x="4642237" y="1775278"/>
            <a:ext cx="5814781" cy="26554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3A946042-A6F6-6F39-E802-6AC04E914046}"/>
              </a:ext>
            </a:extLst>
          </p:cNvPr>
          <p:cNvCxnSpPr>
            <a:cxnSpLocks/>
          </p:cNvCxnSpPr>
          <p:nvPr/>
        </p:nvCxnSpPr>
        <p:spPr>
          <a:xfrm flipV="1">
            <a:off x="4548961" y="2472267"/>
            <a:ext cx="1381185" cy="2070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コネクタ 143">
            <a:extLst>
              <a:ext uri="{FF2B5EF4-FFF2-40B4-BE49-F238E27FC236}">
                <a16:creationId xmlns:a16="http://schemas.microsoft.com/office/drawing/2014/main" id="{62CF9ABF-C92E-DF62-026F-8D73BFC29540}"/>
              </a:ext>
            </a:extLst>
          </p:cNvPr>
          <p:cNvCxnSpPr>
            <a:cxnSpLocks/>
          </p:cNvCxnSpPr>
          <p:nvPr/>
        </p:nvCxnSpPr>
        <p:spPr>
          <a:xfrm flipV="1">
            <a:off x="5662733" y="2484967"/>
            <a:ext cx="2607248" cy="2053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0CB85BB9-2765-721E-25F0-293033FDC344}"/>
              </a:ext>
            </a:extLst>
          </p:cNvPr>
          <p:cNvCxnSpPr>
            <a:cxnSpLocks/>
          </p:cNvCxnSpPr>
          <p:nvPr/>
        </p:nvCxnSpPr>
        <p:spPr>
          <a:xfrm flipV="1">
            <a:off x="3446012" y="2476500"/>
            <a:ext cx="554488" cy="2070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B48B1A05-EB84-4EC3-5861-21093BB2A2FC}"/>
              </a:ext>
            </a:extLst>
          </p:cNvPr>
          <p:cNvGrpSpPr/>
          <p:nvPr/>
        </p:nvGrpSpPr>
        <p:grpSpPr>
          <a:xfrm rot="5400000">
            <a:off x="9957203" y="545770"/>
            <a:ext cx="2060620" cy="729506"/>
            <a:chOff x="2667000" y="730994"/>
            <a:chExt cx="3282950" cy="729506"/>
          </a:xfrm>
        </p:grpSpPr>
        <p:grpSp>
          <p:nvGrpSpPr>
            <p:cNvPr id="157" name="グループ化 156">
              <a:extLst>
                <a:ext uri="{FF2B5EF4-FFF2-40B4-BE49-F238E27FC236}">
                  <a16:creationId xmlns:a16="http://schemas.microsoft.com/office/drawing/2014/main" id="{8403F871-41E6-A1C4-100A-5FA5B8914BCA}"/>
                </a:ext>
              </a:extLst>
            </p:cNvPr>
            <p:cNvGrpSpPr/>
            <p:nvPr/>
          </p:nvGrpSpPr>
          <p:grpSpPr>
            <a:xfrm>
              <a:off x="2667000" y="730994"/>
              <a:ext cx="3282950" cy="729506"/>
              <a:chOff x="2667000" y="730994"/>
              <a:chExt cx="3282950" cy="729506"/>
            </a:xfrm>
          </p:grpSpPr>
          <p:grpSp>
            <p:nvGrpSpPr>
              <p:cNvPr id="162" name="グループ化 161">
                <a:extLst>
                  <a:ext uri="{FF2B5EF4-FFF2-40B4-BE49-F238E27FC236}">
                    <a16:creationId xmlns:a16="http://schemas.microsoft.com/office/drawing/2014/main" id="{F6781257-AD2D-E214-5EA1-19CB7D6A18BE}"/>
                  </a:ext>
                </a:extLst>
              </p:cNvPr>
              <p:cNvGrpSpPr/>
              <p:nvPr/>
            </p:nvGrpSpPr>
            <p:grpSpPr>
              <a:xfrm>
                <a:off x="2667000" y="730994"/>
                <a:ext cx="3282950" cy="729506"/>
                <a:chOff x="2667000" y="730994"/>
                <a:chExt cx="3282950" cy="729506"/>
              </a:xfrm>
            </p:grpSpPr>
            <p:sp>
              <p:nvSpPr>
                <p:cNvPr id="165" name="正方形/長方形 164">
                  <a:extLst>
                    <a:ext uri="{FF2B5EF4-FFF2-40B4-BE49-F238E27FC236}">
                      <a16:creationId xmlns:a16="http://schemas.microsoft.com/office/drawing/2014/main" id="{F56B5E36-5192-75B2-F53A-AC1DB9B98522}"/>
                    </a:ext>
                  </a:extLst>
                </p:cNvPr>
                <p:cNvSpPr/>
                <p:nvPr/>
              </p:nvSpPr>
              <p:spPr>
                <a:xfrm>
                  <a:off x="2667000" y="730994"/>
                  <a:ext cx="3282950" cy="72950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66" name="直線コネクタ 165">
                  <a:extLst>
                    <a:ext uri="{FF2B5EF4-FFF2-40B4-BE49-F238E27FC236}">
                      <a16:creationId xmlns:a16="http://schemas.microsoft.com/office/drawing/2014/main" id="{CD9FF625-C0B7-B85A-41A4-A3B1B85EEA05}"/>
                    </a:ext>
                  </a:extLst>
                </p:cNvPr>
                <p:cNvCxnSpPr>
                  <a:stCxn id="165" idx="2"/>
                  <a:endCxn id="165" idx="0"/>
                </p:cNvCxnSpPr>
                <p:nvPr/>
              </p:nvCxnSpPr>
              <p:spPr>
                <a:xfrm flipV="1">
                  <a:off x="4308475" y="730994"/>
                  <a:ext cx="0" cy="72950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直線コネクタ 162">
                <a:extLst>
                  <a:ext uri="{FF2B5EF4-FFF2-40B4-BE49-F238E27FC236}">
                    <a16:creationId xmlns:a16="http://schemas.microsoft.com/office/drawing/2014/main" id="{9BA9C59E-BB12-5BAF-8241-58BBB7E19997}"/>
                  </a:ext>
                </a:extLst>
              </p:cNvPr>
              <p:cNvCxnSpPr/>
              <p:nvPr/>
            </p:nvCxnSpPr>
            <p:spPr>
              <a:xfrm flipV="1">
                <a:off x="3487738" y="730994"/>
                <a:ext cx="0" cy="7295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線コネクタ 163">
                <a:extLst>
                  <a:ext uri="{FF2B5EF4-FFF2-40B4-BE49-F238E27FC236}">
                    <a16:creationId xmlns:a16="http://schemas.microsoft.com/office/drawing/2014/main" id="{E6210E8A-2AF6-7646-1BAB-2C2BCF5BED14}"/>
                  </a:ext>
                </a:extLst>
              </p:cNvPr>
              <p:cNvCxnSpPr/>
              <p:nvPr/>
            </p:nvCxnSpPr>
            <p:spPr>
              <a:xfrm flipV="1">
                <a:off x="5129212" y="730994"/>
                <a:ext cx="0" cy="7295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27A33C5B-A3F2-528C-DA8A-66A24E2110ED}"/>
                </a:ext>
              </a:extLst>
            </p:cNvPr>
            <p:cNvCxnSpPr/>
            <p:nvPr/>
          </p:nvCxnSpPr>
          <p:spPr>
            <a:xfrm flipV="1">
              <a:off x="3077368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B976E461-4E4D-D5F6-A59B-4E1D3F5C14FA}"/>
                </a:ext>
              </a:extLst>
            </p:cNvPr>
            <p:cNvCxnSpPr/>
            <p:nvPr/>
          </p:nvCxnSpPr>
          <p:spPr>
            <a:xfrm flipV="1">
              <a:off x="3898104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コネクタ 159">
              <a:extLst>
                <a:ext uri="{FF2B5EF4-FFF2-40B4-BE49-F238E27FC236}">
                  <a16:creationId xmlns:a16="http://schemas.microsoft.com/office/drawing/2014/main" id="{57CEC9C4-B40A-7362-0AD1-64C0176658DD}"/>
                </a:ext>
              </a:extLst>
            </p:cNvPr>
            <p:cNvCxnSpPr/>
            <p:nvPr/>
          </p:nvCxnSpPr>
          <p:spPr>
            <a:xfrm flipV="1">
              <a:off x="4718838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線コネクタ 160">
              <a:extLst>
                <a:ext uri="{FF2B5EF4-FFF2-40B4-BE49-F238E27FC236}">
                  <a16:creationId xmlns:a16="http://schemas.microsoft.com/office/drawing/2014/main" id="{A4C1099B-8E9B-283A-08E6-A4B6C59D960B}"/>
                </a:ext>
              </a:extLst>
            </p:cNvPr>
            <p:cNvCxnSpPr/>
            <p:nvPr/>
          </p:nvCxnSpPr>
          <p:spPr>
            <a:xfrm flipV="1">
              <a:off x="5539574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2" name="直線コネクタ 171">
            <a:extLst>
              <a:ext uri="{FF2B5EF4-FFF2-40B4-BE49-F238E27FC236}">
                <a16:creationId xmlns:a16="http://schemas.microsoft.com/office/drawing/2014/main" id="{EE71DA4E-C974-7C6A-1A62-5736A25AB1C4}"/>
              </a:ext>
            </a:extLst>
          </p:cNvPr>
          <p:cNvCxnSpPr>
            <a:cxnSpLocks/>
          </p:cNvCxnSpPr>
          <p:nvPr/>
        </p:nvCxnSpPr>
        <p:spPr>
          <a:xfrm flipV="1">
            <a:off x="6215245" y="2468880"/>
            <a:ext cx="3577426" cy="2069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F04DBA5B-27E7-D266-D1C0-60DF04598309}"/>
              </a:ext>
            </a:extLst>
          </p:cNvPr>
          <p:cNvCxnSpPr>
            <a:cxnSpLocks/>
          </p:cNvCxnSpPr>
          <p:nvPr/>
        </p:nvCxnSpPr>
        <p:spPr>
          <a:xfrm flipV="1">
            <a:off x="5102536" y="2476500"/>
            <a:ext cx="1920564" cy="2060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コネクタ 178">
            <a:extLst>
              <a:ext uri="{FF2B5EF4-FFF2-40B4-BE49-F238E27FC236}">
                <a16:creationId xmlns:a16="http://schemas.microsoft.com/office/drawing/2014/main" id="{1C0C4931-B674-BB3B-6C2C-71B0FF376B4F}"/>
              </a:ext>
            </a:extLst>
          </p:cNvPr>
          <p:cNvCxnSpPr>
            <a:cxnSpLocks/>
          </p:cNvCxnSpPr>
          <p:nvPr/>
        </p:nvCxnSpPr>
        <p:spPr>
          <a:xfrm flipV="1">
            <a:off x="3984823" y="2482850"/>
            <a:ext cx="930077" cy="2060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コネクタ 180">
            <a:extLst>
              <a:ext uri="{FF2B5EF4-FFF2-40B4-BE49-F238E27FC236}">
                <a16:creationId xmlns:a16="http://schemas.microsoft.com/office/drawing/2014/main" id="{6D4D4279-2A7E-AF05-07ED-B9338A49E9FE}"/>
              </a:ext>
            </a:extLst>
          </p:cNvPr>
          <p:cNvCxnSpPr>
            <a:cxnSpLocks/>
          </p:cNvCxnSpPr>
          <p:nvPr/>
        </p:nvCxnSpPr>
        <p:spPr>
          <a:xfrm flipV="1">
            <a:off x="2881598" y="2451100"/>
            <a:ext cx="261652" cy="2073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コネクタ 182">
            <a:extLst>
              <a:ext uri="{FF2B5EF4-FFF2-40B4-BE49-F238E27FC236}">
                <a16:creationId xmlns:a16="http://schemas.microsoft.com/office/drawing/2014/main" id="{4D7BD776-6774-3345-5531-9AB3B11E5909}"/>
              </a:ext>
            </a:extLst>
          </p:cNvPr>
          <p:cNvCxnSpPr>
            <a:cxnSpLocks/>
          </p:cNvCxnSpPr>
          <p:nvPr/>
        </p:nvCxnSpPr>
        <p:spPr>
          <a:xfrm>
            <a:off x="2340158" y="3511552"/>
            <a:ext cx="686734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コネクタ 184">
            <a:extLst>
              <a:ext uri="{FF2B5EF4-FFF2-40B4-BE49-F238E27FC236}">
                <a16:creationId xmlns:a16="http://schemas.microsoft.com/office/drawing/2014/main" id="{25F2C354-816C-CAA8-317F-0532C67A1BF2}"/>
              </a:ext>
            </a:extLst>
          </p:cNvPr>
          <p:cNvCxnSpPr>
            <a:cxnSpLocks/>
          </p:cNvCxnSpPr>
          <p:nvPr/>
        </p:nvCxnSpPr>
        <p:spPr>
          <a:xfrm>
            <a:off x="2325815" y="4028315"/>
            <a:ext cx="567518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コネクタ 186">
            <a:extLst>
              <a:ext uri="{FF2B5EF4-FFF2-40B4-BE49-F238E27FC236}">
                <a16:creationId xmlns:a16="http://schemas.microsoft.com/office/drawing/2014/main" id="{FCCC9B41-75AB-37A5-234B-7E4F0A20826E}"/>
              </a:ext>
            </a:extLst>
          </p:cNvPr>
          <p:cNvCxnSpPr>
            <a:cxnSpLocks/>
          </p:cNvCxnSpPr>
          <p:nvPr/>
        </p:nvCxnSpPr>
        <p:spPr>
          <a:xfrm>
            <a:off x="2340158" y="3000420"/>
            <a:ext cx="802304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066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A7B69-0EB2-FA31-CFBD-BF8C5220B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3E6B490-EBF3-4777-3C71-9B9459B0341D}"/>
              </a:ext>
            </a:extLst>
          </p:cNvPr>
          <p:cNvCxnSpPr>
            <a:cxnSpLocks/>
          </p:cNvCxnSpPr>
          <p:nvPr/>
        </p:nvCxnSpPr>
        <p:spPr>
          <a:xfrm>
            <a:off x="2325815" y="4542642"/>
            <a:ext cx="444629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F75BDEA3-CB2D-F0ED-D446-B9053DE33E15}"/>
              </a:ext>
            </a:extLst>
          </p:cNvPr>
          <p:cNvGrpSpPr/>
          <p:nvPr/>
        </p:nvGrpSpPr>
        <p:grpSpPr>
          <a:xfrm>
            <a:off x="238680" y="2472191"/>
            <a:ext cx="4174272" cy="4174272"/>
            <a:chOff x="2405072" y="4151900"/>
            <a:chExt cx="2160000" cy="2160000"/>
          </a:xfrm>
        </p:grpSpPr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3388344F-84ED-7E17-3D0D-E20C264BAD71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flipV="1">
              <a:off x="3485072" y="4151900"/>
              <a:ext cx="0" cy="108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90B8C80B-123C-227E-0173-588A9A24BEE1}"/>
                </a:ext>
              </a:extLst>
            </p:cNvPr>
            <p:cNvSpPr/>
            <p:nvPr/>
          </p:nvSpPr>
          <p:spPr>
            <a:xfrm>
              <a:off x="2405072" y="4151900"/>
              <a:ext cx="2160000" cy="21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246F907F-98BB-754B-8550-23F1484AB5E0}"/>
              </a:ext>
            </a:extLst>
          </p:cNvPr>
          <p:cNvCxnSpPr>
            <a:cxnSpLocks/>
          </p:cNvCxnSpPr>
          <p:nvPr/>
        </p:nvCxnSpPr>
        <p:spPr>
          <a:xfrm flipV="1">
            <a:off x="6772108" y="3733797"/>
            <a:ext cx="1920832" cy="817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楕円 14">
            <a:extLst>
              <a:ext uri="{FF2B5EF4-FFF2-40B4-BE49-F238E27FC236}">
                <a16:creationId xmlns:a16="http://schemas.microsoft.com/office/drawing/2014/main" id="{0C388CA5-8774-614F-532A-CE0F37ABA343}"/>
              </a:ext>
            </a:extLst>
          </p:cNvPr>
          <p:cNvSpPr/>
          <p:nvPr/>
        </p:nvSpPr>
        <p:spPr>
          <a:xfrm>
            <a:off x="4684972" y="2463800"/>
            <a:ext cx="4174272" cy="4174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A218EEB-2AEF-F5BE-250D-F92D655CAE91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2325815" y="2472191"/>
            <a:ext cx="6367124" cy="126160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F2A24535-468C-304E-7030-3AED0D810B3B}"/>
              </a:ext>
            </a:extLst>
          </p:cNvPr>
          <p:cNvCxnSpPr>
            <a:cxnSpLocks/>
          </p:cNvCxnSpPr>
          <p:nvPr/>
        </p:nvCxnSpPr>
        <p:spPr>
          <a:xfrm flipV="1">
            <a:off x="6772107" y="2472191"/>
            <a:ext cx="4919593" cy="207045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47AE269B-D28E-4873-1ACC-8E8D846C65C8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2325817" y="2472191"/>
            <a:ext cx="936588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62282B4A-089F-1E33-351C-9E9E32C4B4DB}"/>
              </a:ext>
            </a:extLst>
          </p:cNvPr>
          <p:cNvCxnSpPr>
            <a:cxnSpLocks/>
          </p:cNvCxnSpPr>
          <p:nvPr/>
        </p:nvCxnSpPr>
        <p:spPr>
          <a:xfrm flipV="1">
            <a:off x="4548961" y="2472191"/>
            <a:ext cx="2473016" cy="2070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コネクタ 143">
            <a:extLst>
              <a:ext uri="{FF2B5EF4-FFF2-40B4-BE49-F238E27FC236}">
                <a16:creationId xmlns:a16="http://schemas.microsoft.com/office/drawing/2014/main" id="{E3EC8296-8570-E561-7B94-EDC1435C1D3B}"/>
              </a:ext>
            </a:extLst>
          </p:cNvPr>
          <p:cNvCxnSpPr>
            <a:cxnSpLocks/>
          </p:cNvCxnSpPr>
          <p:nvPr/>
        </p:nvCxnSpPr>
        <p:spPr>
          <a:xfrm flipV="1">
            <a:off x="5662733" y="2472191"/>
            <a:ext cx="3694119" cy="2066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83D59D38-2230-20F4-A085-B58ADC15ADF1}"/>
              </a:ext>
            </a:extLst>
          </p:cNvPr>
          <p:cNvCxnSpPr>
            <a:cxnSpLocks/>
          </p:cNvCxnSpPr>
          <p:nvPr/>
        </p:nvCxnSpPr>
        <p:spPr>
          <a:xfrm flipV="1">
            <a:off x="3446012" y="2489295"/>
            <a:ext cx="1238959" cy="2057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25F48598-44AF-E0C7-9936-AEA27E6807EA}"/>
              </a:ext>
            </a:extLst>
          </p:cNvPr>
          <p:cNvGrpSpPr/>
          <p:nvPr/>
        </p:nvGrpSpPr>
        <p:grpSpPr>
          <a:xfrm>
            <a:off x="3273081" y="371165"/>
            <a:ext cx="9339363" cy="729506"/>
            <a:chOff x="2667000" y="730994"/>
            <a:chExt cx="3282950" cy="729506"/>
          </a:xfrm>
        </p:grpSpPr>
        <p:grpSp>
          <p:nvGrpSpPr>
            <p:cNvPr id="157" name="グループ化 156">
              <a:extLst>
                <a:ext uri="{FF2B5EF4-FFF2-40B4-BE49-F238E27FC236}">
                  <a16:creationId xmlns:a16="http://schemas.microsoft.com/office/drawing/2014/main" id="{41085B06-36F9-17B7-023D-30AABB8D2859}"/>
                </a:ext>
              </a:extLst>
            </p:cNvPr>
            <p:cNvGrpSpPr/>
            <p:nvPr/>
          </p:nvGrpSpPr>
          <p:grpSpPr>
            <a:xfrm>
              <a:off x="2667000" y="730994"/>
              <a:ext cx="3282950" cy="729506"/>
              <a:chOff x="2667000" y="730994"/>
              <a:chExt cx="3282950" cy="729506"/>
            </a:xfrm>
          </p:grpSpPr>
          <p:grpSp>
            <p:nvGrpSpPr>
              <p:cNvPr id="162" name="グループ化 161">
                <a:extLst>
                  <a:ext uri="{FF2B5EF4-FFF2-40B4-BE49-F238E27FC236}">
                    <a16:creationId xmlns:a16="http://schemas.microsoft.com/office/drawing/2014/main" id="{D3D78A53-D14A-CF6E-F8F1-381D97A29A30}"/>
                  </a:ext>
                </a:extLst>
              </p:cNvPr>
              <p:cNvGrpSpPr/>
              <p:nvPr/>
            </p:nvGrpSpPr>
            <p:grpSpPr>
              <a:xfrm>
                <a:off x="2667000" y="730994"/>
                <a:ext cx="3282950" cy="729506"/>
                <a:chOff x="2667000" y="730994"/>
                <a:chExt cx="3282950" cy="729506"/>
              </a:xfrm>
            </p:grpSpPr>
            <p:sp>
              <p:nvSpPr>
                <p:cNvPr id="165" name="正方形/長方形 164">
                  <a:extLst>
                    <a:ext uri="{FF2B5EF4-FFF2-40B4-BE49-F238E27FC236}">
                      <a16:creationId xmlns:a16="http://schemas.microsoft.com/office/drawing/2014/main" id="{24FF0529-3687-A214-1AF7-19175427B57B}"/>
                    </a:ext>
                  </a:extLst>
                </p:cNvPr>
                <p:cNvSpPr/>
                <p:nvPr/>
              </p:nvSpPr>
              <p:spPr>
                <a:xfrm>
                  <a:off x="2667000" y="730994"/>
                  <a:ext cx="3282950" cy="72950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66" name="直線コネクタ 165">
                  <a:extLst>
                    <a:ext uri="{FF2B5EF4-FFF2-40B4-BE49-F238E27FC236}">
                      <a16:creationId xmlns:a16="http://schemas.microsoft.com/office/drawing/2014/main" id="{9DDFC239-1374-3C7F-2666-B444885AF2EA}"/>
                    </a:ext>
                  </a:extLst>
                </p:cNvPr>
                <p:cNvCxnSpPr>
                  <a:stCxn id="165" idx="2"/>
                  <a:endCxn id="165" idx="0"/>
                </p:cNvCxnSpPr>
                <p:nvPr/>
              </p:nvCxnSpPr>
              <p:spPr>
                <a:xfrm flipV="1">
                  <a:off x="4308475" y="730994"/>
                  <a:ext cx="0" cy="72950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直線コネクタ 162">
                <a:extLst>
                  <a:ext uri="{FF2B5EF4-FFF2-40B4-BE49-F238E27FC236}">
                    <a16:creationId xmlns:a16="http://schemas.microsoft.com/office/drawing/2014/main" id="{DC262413-8805-0664-319C-C7175638131D}"/>
                  </a:ext>
                </a:extLst>
              </p:cNvPr>
              <p:cNvCxnSpPr/>
              <p:nvPr/>
            </p:nvCxnSpPr>
            <p:spPr>
              <a:xfrm flipV="1">
                <a:off x="3487738" y="730994"/>
                <a:ext cx="0" cy="7295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線コネクタ 163">
                <a:extLst>
                  <a:ext uri="{FF2B5EF4-FFF2-40B4-BE49-F238E27FC236}">
                    <a16:creationId xmlns:a16="http://schemas.microsoft.com/office/drawing/2014/main" id="{164D2596-95B7-2F2A-69EB-3F6C64B4A845}"/>
                  </a:ext>
                </a:extLst>
              </p:cNvPr>
              <p:cNvCxnSpPr/>
              <p:nvPr/>
            </p:nvCxnSpPr>
            <p:spPr>
              <a:xfrm flipV="1">
                <a:off x="5129212" y="730994"/>
                <a:ext cx="0" cy="7295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C7E105C0-6478-160C-F9D0-B96479FFBB21}"/>
                </a:ext>
              </a:extLst>
            </p:cNvPr>
            <p:cNvCxnSpPr/>
            <p:nvPr/>
          </p:nvCxnSpPr>
          <p:spPr>
            <a:xfrm flipV="1">
              <a:off x="3077368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BEB8734B-9646-9A8A-16D3-3D73DC8B7CC3}"/>
                </a:ext>
              </a:extLst>
            </p:cNvPr>
            <p:cNvCxnSpPr/>
            <p:nvPr/>
          </p:nvCxnSpPr>
          <p:spPr>
            <a:xfrm flipV="1">
              <a:off x="3898104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コネクタ 159">
              <a:extLst>
                <a:ext uri="{FF2B5EF4-FFF2-40B4-BE49-F238E27FC236}">
                  <a16:creationId xmlns:a16="http://schemas.microsoft.com/office/drawing/2014/main" id="{4ACCDE23-88CE-8162-7ED1-43EC76076FD0}"/>
                </a:ext>
              </a:extLst>
            </p:cNvPr>
            <p:cNvCxnSpPr/>
            <p:nvPr/>
          </p:nvCxnSpPr>
          <p:spPr>
            <a:xfrm flipV="1">
              <a:off x="4718838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線コネクタ 160">
              <a:extLst>
                <a:ext uri="{FF2B5EF4-FFF2-40B4-BE49-F238E27FC236}">
                  <a16:creationId xmlns:a16="http://schemas.microsoft.com/office/drawing/2014/main" id="{1AB8DEC2-EA7E-5152-B489-7258FE3135DE}"/>
                </a:ext>
              </a:extLst>
            </p:cNvPr>
            <p:cNvCxnSpPr/>
            <p:nvPr/>
          </p:nvCxnSpPr>
          <p:spPr>
            <a:xfrm flipV="1">
              <a:off x="5539574" y="730994"/>
              <a:ext cx="0" cy="729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2" name="直線コネクタ 171">
            <a:extLst>
              <a:ext uri="{FF2B5EF4-FFF2-40B4-BE49-F238E27FC236}">
                <a16:creationId xmlns:a16="http://schemas.microsoft.com/office/drawing/2014/main" id="{9862CDA1-15DB-ABD2-CDB0-062CA6DDDA7B}"/>
              </a:ext>
            </a:extLst>
          </p:cNvPr>
          <p:cNvCxnSpPr>
            <a:cxnSpLocks/>
          </p:cNvCxnSpPr>
          <p:nvPr/>
        </p:nvCxnSpPr>
        <p:spPr>
          <a:xfrm flipV="1">
            <a:off x="6215245" y="2482850"/>
            <a:ext cx="4283964" cy="2055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5CC781C9-264D-5A93-DA17-7DDE76271E87}"/>
              </a:ext>
            </a:extLst>
          </p:cNvPr>
          <p:cNvCxnSpPr>
            <a:cxnSpLocks/>
          </p:cNvCxnSpPr>
          <p:nvPr/>
        </p:nvCxnSpPr>
        <p:spPr>
          <a:xfrm flipV="1">
            <a:off x="5102536" y="2482850"/>
            <a:ext cx="3086881" cy="2054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コネクタ 178">
            <a:extLst>
              <a:ext uri="{FF2B5EF4-FFF2-40B4-BE49-F238E27FC236}">
                <a16:creationId xmlns:a16="http://schemas.microsoft.com/office/drawing/2014/main" id="{5A4E961E-CE73-3BB8-8F7A-9321D15535D7}"/>
              </a:ext>
            </a:extLst>
          </p:cNvPr>
          <p:cNvCxnSpPr>
            <a:cxnSpLocks/>
          </p:cNvCxnSpPr>
          <p:nvPr/>
        </p:nvCxnSpPr>
        <p:spPr>
          <a:xfrm flipV="1">
            <a:off x="3984823" y="2489295"/>
            <a:ext cx="1869763" cy="2054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コネクタ 180">
            <a:extLst>
              <a:ext uri="{FF2B5EF4-FFF2-40B4-BE49-F238E27FC236}">
                <a16:creationId xmlns:a16="http://schemas.microsoft.com/office/drawing/2014/main" id="{D3847751-BD87-FC12-D055-DDA2BBE572E0}"/>
              </a:ext>
            </a:extLst>
          </p:cNvPr>
          <p:cNvCxnSpPr>
            <a:cxnSpLocks/>
          </p:cNvCxnSpPr>
          <p:nvPr/>
        </p:nvCxnSpPr>
        <p:spPr>
          <a:xfrm flipV="1">
            <a:off x="2881598" y="2482850"/>
            <a:ext cx="635934" cy="2041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コネクタ 182">
            <a:extLst>
              <a:ext uri="{FF2B5EF4-FFF2-40B4-BE49-F238E27FC236}">
                <a16:creationId xmlns:a16="http://schemas.microsoft.com/office/drawing/2014/main" id="{49D3C067-620D-4CA8-AA4D-87F4D35866AB}"/>
              </a:ext>
            </a:extLst>
          </p:cNvPr>
          <p:cNvCxnSpPr>
            <a:cxnSpLocks/>
          </p:cNvCxnSpPr>
          <p:nvPr/>
        </p:nvCxnSpPr>
        <p:spPr>
          <a:xfrm>
            <a:off x="2340158" y="3511552"/>
            <a:ext cx="686734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コネクタ 184">
            <a:extLst>
              <a:ext uri="{FF2B5EF4-FFF2-40B4-BE49-F238E27FC236}">
                <a16:creationId xmlns:a16="http://schemas.microsoft.com/office/drawing/2014/main" id="{7D8295D2-F10A-A258-5671-E6599B7234F3}"/>
              </a:ext>
            </a:extLst>
          </p:cNvPr>
          <p:cNvCxnSpPr>
            <a:cxnSpLocks/>
          </p:cNvCxnSpPr>
          <p:nvPr/>
        </p:nvCxnSpPr>
        <p:spPr>
          <a:xfrm>
            <a:off x="2325815" y="4028315"/>
            <a:ext cx="567518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コネクタ 186">
            <a:extLst>
              <a:ext uri="{FF2B5EF4-FFF2-40B4-BE49-F238E27FC236}">
                <a16:creationId xmlns:a16="http://schemas.microsoft.com/office/drawing/2014/main" id="{4E8D2DD9-680F-0155-6DC6-E0E3E3AB0778}"/>
              </a:ext>
            </a:extLst>
          </p:cNvPr>
          <p:cNvCxnSpPr>
            <a:cxnSpLocks/>
          </p:cNvCxnSpPr>
          <p:nvPr/>
        </p:nvCxnSpPr>
        <p:spPr>
          <a:xfrm>
            <a:off x="2340158" y="3000420"/>
            <a:ext cx="802304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DB32721B-9B31-EBDC-9FA6-181CDDB1E730}"/>
              </a:ext>
            </a:extLst>
          </p:cNvPr>
          <p:cNvCxnSpPr>
            <a:cxnSpLocks/>
          </p:cNvCxnSpPr>
          <p:nvPr/>
        </p:nvCxnSpPr>
        <p:spPr>
          <a:xfrm flipH="1">
            <a:off x="2881598" y="1847850"/>
            <a:ext cx="5894102" cy="3295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D592F3C3-FFF2-8C3A-6E42-06FCACA273A5}"/>
              </a:ext>
            </a:extLst>
          </p:cNvPr>
          <p:cNvSpPr/>
          <p:nvPr/>
        </p:nvSpPr>
        <p:spPr>
          <a:xfrm>
            <a:off x="7597107" y="2377016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D5BF2C12-F064-9F8E-28DB-5BE2F61C45D4}"/>
              </a:ext>
            </a:extLst>
          </p:cNvPr>
          <p:cNvSpPr/>
          <p:nvPr/>
        </p:nvSpPr>
        <p:spPr>
          <a:xfrm>
            <a:off x="6660854" y="2910442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68256C64-E79F-DE6D-F7D5-BF8F66976050}"/>
              </a:ext>
            </a:extLst>
          </p:cNvPr>
          <p:cNvSpPr/>
          <p:nvPr/>
        </p:nvSpPr>
        <p:spPr>
          <a:xfrm>
            <a:off x="5732675" y="3442804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7CBB7358-9FEE-D55A-79C0-32221E4D341F}"/>
              </a:ext>
            </a:extLst>
          </p:cNvPr>
          <p:cNvSpPr/>
          <p:nvPr/>
        </p:nvSpPr>
        <p:spPr>
          <a:xfrm>
            <a:off x="4824854" y="3927018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C0CD16AC-CEB3-D407-224B-4FBD37DB5422}"/>
              </a:ext>
            </a:extLst>
          </p:cNvPr>
          <p:cNvSpPr/>
          <p:nvPr/>
        </p:nvSpPr>
        <p:spPr>
          <a:xfrm>
            <a:off x="3908379" y="4450241"/>
            <a:ext cx="173567" cy="173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CB205D2-37C2-F819-FF25-9696F77AFE1F}"/>
              </a:ext>
            </a:extLst>
          </p:cNvPr>
          <p:cNvCxnSpPr>
            <a:cxnSpLocks/>
            <a:endCxn id="16" idx="6"/>
          </p:cNvCxnSpPr>
          <p:nvPr/>
        </p:nvCxnSpPr>
        <p:spPr>
          <a:xfrm flipV="1">
            <a:off x="4965700" y="2463800"/>
            <a:ext cx="2804974" cy="2070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8C170A-0409-7025-615F-3159C201EFBA}"/>
              </a:ext>
            </a:extLst>
          </p:cNvPr>
          <p:cNvCxnSpPr>
            <a:cxnSpLocks/>
          </p:cNvCxnSpPr>
          <p:nvPr/>
        </p:nvCxnSpPr>
        <p:spPr>
          <a:xfrm flipV="1">
            <a:off x="4762500" y="2476500"/>
            <a:ext cx="2635250" cy="2057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94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2887</TotalTime>
  <Words>1412</Words>
  <Application>Microsoft Office PowerPoint</Application>
  <PresentationFormat>ワイド画面</PresentationFormat>
  <Paragraphs>142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テーマ</vt:lpstr>
      <vt:lpstr>PROJECTIVE DISPLACEMENT MAPPING FOR RAY TRACED EDITABLE SURFACES</vt:lpstr>
      <vt:lpstr>基本アルゴリズム</vt:lpstr>
      <vt:lpstr>Prallel Offset Prisim</vt:lpstr>
      <vt:lpstr>アルゴリズム</vt:lpstr>
      <vt:lpstr>パッチとレイの交差判定</vt:lpstr>
      <vt:lpstr>交点</vt:lpstr>
      <vt:lpstr>法線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豪祐 名畑</dc:creator>
  <cp:lastModifiedBy>豪祐 名畑</cp:lastModifiedBy>
  <cp:revision>1</cp:revision>
  <dcterms:created xsi:type="dcterms:W3CDTF">2025-04-28T08:00:36Z</dcterms:created>
  <dcterms:modified xsi:type="dcterms:W3CDTF">2025-04-30T08:07:46Z</dcterms:modified>
</cp:coreProperties>
</file>